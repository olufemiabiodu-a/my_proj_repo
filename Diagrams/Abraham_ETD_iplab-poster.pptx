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2" r:id="rId1"/>
  </p:sldMasterIdLst>
  <p:sldIdLst>
    <p:sldId id="256" r:id="rId2"/>
  </p:sldIdLst>
  <p:sldSz cx="21599525" cy="3060065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0000"/>
    <a:srgbClr val="ED7D31"/>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220"/>
    <p:restoredTop sz="92521"/>
  </p:normalViewPr>
  <p:slideViewPr>
    <p:cSldViewPr snapToGrid="0">
      <p:cViewPr>
        <p:scale>
          <a:sx n="62" d="100"/>
          <a:sy n="62" d="100"/>
        </p:scale>
        <p:origin x="56" y="2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3" Type="http://schemas.openxmlformats.org/officeDocument/2006/relationships/presProps" Target="presProps.xml"/><Relationship Id="rId2" Type="http://schemas.openxmlformats.org/officeDocument/2006/relationships/slide" Target="slides/slide1.xml"/><Relationship Id="rId1" Type="http://schemas.openxmlformats.org/officeDocument/2006/relationships/slideMaster" Target="slideMasters/slideMaster1.xml"/><Relationship Id="rId6" Type="http://schemas.openxmlformats.org/officeDocument/2006/relationships/tableStyles" Target="tableStyles.xml"/><Relationship Id="rId5" Type="http://schemas.openxmlformats.org/officeDocument/2006/relationships/theme" Target="theme/theme1.xml"/><Relationship Id="rId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Title 1"/>
          <p:cNvSpPr>
            <a:spLocks noGrp="1"/>
          </p:cNvSpPr>
          <p:nvPr>
            <p:ph type="ctrTitle"/>
          </p:nvPr>
        </p:nvSpPr>
        <p:spPr>
          <a:xfrm>
            <a:off x="1619965" y="5008025"/>
            <a:ext cx="18359596" cy="10653560"/>
          </a:xfrm>
        </p:spPr>
        <p:txBody>
          <a:bodyPr anchor="b"/>
          <a:lstStyle>
            <a:lvl1pPr algn="ctr">
              <a:defRPr sz="14173"/>
            </a:lvl1pPr>
          </a:lstStyle>
          <a:p>
            <a:r>
              <a:rPr lang="ja-JP" altLang="en-US"/>
              <a:t>マスター タイトルの書式設定</a:t>
            </a:r>
            <a:endParaRPr lang="en-US" dirty="0"/>
          </a:p>
        </p:txBody>
      </p:sp>
      <p:sp>
        <p:nvSpPr>
          <p:cNvPr id="3" name="Subtitle 2"/>
          <p:cNvSpPr>
            <a:spLocks noGrp="1"/>
          </p:cNvSpPr>
          <p:nvPr>
            <p:ph type="subTitle" idx="1"/>
          </p:nvPr>
        </p:nvSpPr>
        <p:spPr>
          <a:xfrm>
            <a:off x="2699941" y="16072427"/>
            <a:ext cx="16199644" cy="7388071"/>
          </a:xfrm>
        </p:spPr>
        <p:txBody>
          <a:bodyPr/>
          <a:lstStyle>
            <a:lvl1pPr marL="0" indent="0" algn="ctr">
              <a:buNone/>
              <a:defRPr sz="5669"/>
            </a:lvl1pPr>
            <a:lvl2pPr marL="1079998" indent="0" algn="ctr">
              <a:buNone/>
              <a:defRPr sz="4724"/>
            </a:lvl2pPr>
            <a:lvl3pPr marL="2159996" indent="0" algn="ctr">
              <a:buNone/>
              <a:defRPr sz="4252"/>
            </a:lvl3pPr>
            <a:lvl4pPr marL="3239994" indent="0" algn="ctr">
              <a:buNone/>
              <a:defRPr sz="3780"/>
            </a:lvl4pPr>
            <a:lvl5pPr marL="4319991" indent="0" algn="ctr">
              <a:buNone/>
              <a:defRPr sz="3780"/>
            </a:lvl5pPr>
            <a:lvl6pPr marL="5399989" indent="0" algn="ctr">
              <a:buNone/>
              <a:defRPr sz="3780"/>
            </a:lvl6pPr>
            <a:lvl7pPr marL="6479987" indent="0" algn="ctr">
              <a:buNone/>
              <a:defRPr sz="3780"/>
            </a:lvl7pPr>
            <a:lvl8pPr marL="7559985" indent="0" algn="ctr">
              <a:buNone/>
              <a:defRPr sz="3780"/>
            </a:lvl8pPr>
            <a:lvl9pPr marL="8639983" indent="0" algn="ctr">
              <a:buNone/>
              <a:defRPr sz="3780"/>
            </a:lvl9pPr>
          </a:lstStyle>
          <a:p>
            <a:r>
              <a:rPr lang="ja-JP" altLang="en-US"/>
              <a:t>マスター サブタイトルの書式設定</a:t>
            </a:r>
            <a:endParaRPr lang="en-US" dirty="0"/>
          </a:p>
        </p:txBody>
      </p:sp>
      <p:sp>
        <p:nvSpPr>
          <p:cNvPr id="4" name="Date Placeholder 3"/>
          <p:cNvSpPr>
            <a:spLocks noGrp="1"/>
          </p:cNvSpPr>
          <p:nvPr>
            <p:ph type="dt" sz="half" idx="10"/>
          </p:nvPr>
        </p:nvSpPr>
        <p:spPr/>
        <p:txBody>
          <a:bodyPr/>
          <a:lstStyle/>
          <a:p>
            <a:fld id="{752C247F-77C2-F147-8DC2-B320AF1500F9}" type="datetimeFigureOut">
              <a:rPr kumimoji="1" lang="ja-JP" altLang="en-US" smtClean="0"/>
              <a:t>2024/2/13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F28882D6-17B5-3A4F-A8F8-1681F14F97DA}" type="slidenum">
              <a:rPr kumimoji="1" lang="ja-JP" altLang="en-US" smtClean="0"/>
              <a:t>‹#›</a:t>
            </a:fld>
            <a:endParaRPr kumimoji="1" lang="ja-JP" altLang="en-US"/>
          </a:p>
        </p:txBody>
      </p:sp>
    </p:spTree>
    <p:extLst>
      <p:ext uri="{BB962C8B-B14F-4D97-AF65-F5344CB8AC3E}">
        <p14:creationId xmlns:p14="http://schemas.microsoft.com/office/powerpoint/2010/main" val="769373516"/>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752C247F-77C2-F147-8DC2-B320AF1500F9}" type="datetimeFigureOut">
              <a:rPr kumimoji="1" lang="ja-JP" altLang="en-US" smtClean="0"/>
              <a:t>2024/2/13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F28882D6-17B5-3A4F-A8F8-1681F14F97DA}" type="slidenum">
              <a:rPr kumimoji="1" lang="ja-JP" altLang="en-US" smtClean="0"/>
              <a:t>‹#›</a:t>
            </a:fld>
            <a:endParaRPr kumimoji="1" lang="ja-JP" altLang="en-US"/>
          </a:p>
        </p:txBody>
      </p:sp>
    </p:spTree>
    <p:extLst>
      <p:ext uri="{BB962C8B-B14F-4D97-AF65-F5344CB8AC3E}">
        <p14:creationId xmlns:p14="http://schemas.microsoft.com/office/powerpoint/2010/main" val="3697443066"/>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Title 1"/>
          <p:cNvSpPr>
            <a:spLocks noGrp="1"/>
          </p:cNvSpPr>
          <p:nvPr>
            <p:ph type="title"/>
          </p:nvPr>
        </p:nvSpPr>
        <p:spPr>
          <a:xfrm>
            <a:off x="1473719" y="7628921"/>
            <a:ext cx="18629590" cy="12729018"/>
          </a:xfrm>
        </p:spPr>
        <p:txBody>
          <a:bodyPr anchor="b"/>
          <a:lstStyle>
            <a:lvl1pPr>
              <a:defRPr sz="14173"/>
            </a:lvl1pPr>
          </a:lstStyle>
          <a:p>
            <a:r>
              <a:rPr lang="ja-JP" altLang="en-US"/>
              <a:t>マスター タイトルの書式設定</a:t>
            </a:r>
            <a:endParaRPr lang="en-US" dirty="0"/>
          </a:p>
        </p:txBody>
      </p:sp>
      <p:sp>
        <p:nvSpPr>
          <p:cNvPr id="3" name="Text Placeholder 2"/>
          <p:cNvSpPr>
            <a:spLocks noGrp="1"/>
          </p:cNvSpPr>
          <p:nvPr>
            <p:ph type="body" idx="1"/>
          </p:nvPr>
        </p:nvSpPr>
        <p:spPr>
          <a:xfrm>
            <a:off x="1473719" y="20478361"/>
            <a:ext cx="18629590" cy="6693890"/>
          </a:xfrm>
        </p:spPr>
        <p:txBody>
          <a:bodyPr/>
          <a:lstStyle>
            <a:lvl1pPr marL="0" indent="0">
              <a:buNone/>
              <a:defRPr sz="5669">
                <a:solidFill>
                  <a:schemeClr val="tx1"/>
                </a:solidFill>
              </a:defRPr>
            </a:lvl1pPr>
            <a:lvl2pPr marL="1079998" indent="0">
              <a:buNone/>
              <a:defRPr sz="4724">
                <a:solidFill>
                  <a:schemeClr val="tx1">
                    <a:tint val="75000"/>
                  </a:schemeClr>
                </a:solidFill>
              </a:defRPr>
            </a:lvl2pPr>
            <a:lvl3pPr marL="2159996" indent="0">
              <a:buNone/>
              <a:defRPr sz="4252">
                <a:solidFill>
                  <a:schemeClr val="tx1">
                    <a:tint val="75000"/>
                  </a:schemeClr>
                </a:solidFill>
              </a:defRPr>
            </a:lvl3pPr>
            <a:lvl4pPr marL="3239994" indent="0">
              <a:buNone/>
              <a:defRPr sz="3780">
                <a:solidFill>
                  <a:schemeClr val="tx1">
                    <a:tint val="75000"/>
                  </a:schemeClr>
                </a:solidFill>
              </a:defRPr>
            </a:lvl4pPr>
            <a:lvl5pPr marL="4319991" indent="0">
              <a:buNone/>
              <a:defRPr sz="3780">
                <a:solidFill>
                  <a:schemeClr val="tx1">
                    <a:tint val="75000"/>
                  </a:schemeClr>
                </a:solidFill>
              </a:defRPr>
            </a:lvl5pPr>
            <a:lvl6pPr marL="5399989" indent="0">
              <a:buNone/>
              <a:defRPr sz="3780">
                <a:solidFill>
                  <a:schemeClr val="tx1">
                    <a:tint val="75000"/>
                  </a:schemeClr>
                </a:solidFill>
              </a:defRPr>
            </a:lvl6pPr>
            <a:lvl7pPr marL="6479987" indent="0">
              <a:buNone/>
              <a:defRPr sz="3780">
                <a:solidFill>
                  <a:schemeClr val="tx1">
                    <a:tint val="75000"/>
                  </a:schemeClr>
                </a:solidFill>
              </a:defRPr>
            </a:lvl7pPr>
            <a:lvl8pPr marL="7559985" indent="0">
              <a:buNone/>
              <a:defRPr sz="3780">
                <a:solidFill>
                  <a:schemeClr val="tx1">
                    <a:tint val="75000"/>
                  </a:schemeClr>
                </a:solidFill>
              </a:defRPr>
            </a:lvl8pPr>
            <a:lvl9pPr marL="8639983" indent="0">
              <a:buNone/>
              <a:defRPr sz="3780">
                <a:solidFill>
                  <a:schemeClr val="tx1">
                    <a:tint val="75000"/>
                  </a:schemeClr>
                </a:solidFill>
              </a:defRPr>
            </a:lvl9pPr>
          </a:lstStyle>
          <a:p>
            <a:pPr lvl="0"/>
            <a:r>
              <a:rPr lang="ja-JP" altLang="en-US"/>
              <a:t>マスター テキストの書式設定</a:t>
            </a:r>
          </a:p>
        </p:txBody>
      </p:sp>
      <p:sp>
        <p:nvSpPr>
          <p:cNvPr id="4" name="Date Placeholder 3"/>
          <p:cNvSpPr>
            <a:spLocks noGrp="1"/>
          </p:cNvSpPr>
          <p:nvPr>
            <p:ph type="dt" sz="half" idx="10"/>
          </p:nvPr>
        </p:nvSpPr>
        <p:spPr/>
        <p:txBody>
          <a:bodyPr/>
          <a:lstStyle/>
          <a:p>
            <a:fld id="{752C247F-77C2-F147-8DC2-B320AF1500F9}" type="datetimeFigureOut">
              <a:rPr kumimoji="1" lang="ja-JP" altLang="en-US" smtClean="0"/>
              <a:t>2024/2/13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F28882D6-17B5-3A4F-A8F8-1681F14F97DA}" type="slidenum">
              <a:rPr kumimoji="1" lang="ja-JP" altLang="en-US" smtClean="0"/>
              <a:t>‹#›</a:t>
            </a:fld>
            <a:endParaRPr kumimoji="1" lang="ja-JP" altLang="en-US"/>
          </a:p>
        </p:txBody>
      </p:sp>
    </p:spTree>
    <p:extLst>
      <p:ext uri="{BB962C8B-B14F-4D97-AF65-F5344CB8AC3E}">
        <p14:creationId xmlns:p14="http://schemas.microsoft.com/office/powerpoint/2010/main" val="402104348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Content Placeholder 2"/>
          <p:cNvSpPr>
            <a:spLocks noGrp="1"/>
          </p:cNvSpPr>
          <p:nvPr>
            <p:ph sz="half" idx="1"/>
          </p:nvPr>
        </p:nvSpPr>
        <p:spPr>
          <a:xfrm>
            <a:off x="1484967" y="8146007"/>
            <a:ext cx="9179798" cy="19415831"/>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Content Placeholder 3"/>
          <p:cNvSpPr>
            <a:spLocks noGrp="1"/>
          </p:cNvSpPr>
          <p:nvPr>
            <p:ph sz="half" idx="2"/>
          </p:nvPr>
        </p:nvSpPr>
        <p:spPr>
          <a:xfrm>
            <a:off x="10934760" y="8146007"/>
            <a:ext cx="9179798" cy="19415831"/>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Date Placeholder 4"/>
          <p:cNvSpPr>
            <a:spLocks noGrp="1"/>
          </p:cNvSpPr>
          <p:nvPr>
            <p:ph type="dt" sz="half" idx="10"/>
          </p:nvPr>
        </p:nvSpPr>
        <p:spPr/>
        <p:txBody>
          <a:bodyPr/>
          <a:lstStyle/>
          <a:p>
            <a:fld id="{752C247F-77C2-F147-8DC2-B320AF1500F9}" type="datetimeFigureOut">
              <a:rPr kumimoji="1" lang="ja-JP" altLang="en-US" smtClean="0"/>
              <a:t>2024/2/13</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F28882D6-17B5-3A4F-A8F8-1681F14F97DA}" type="slidenum">
              <a:rPr kumimoji="1" lang="ja-JP" altLang="en-US" smtClean="0"/>
              <a:t>‹#›</a:t>
            </a:fld>
            <a:endParaRPr kumimoji="1" lang="ja-JP" altLang="en-US"/>
          </a:p>
        </p:txBody>
      </p:sp>
    </p:spTree>
    <p:extLst>
      <p:ext uri="{BB962C8B-B14F-4D97-AF65-F5344CB8AC3E}">
        <p14:creationId xmlns:p14="http://schemas.microsoft.com/office/powerpoint/2010/main" val="3137004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Title 1"/>
          <p:cNvSpPr>
            <a:spLocks noGrp="1"/>
          </p:cNvSpPr>
          <p:nvPr>
            <p:ph type="title"/>
          </p:nvPr>
        </p:nvSpPr>
        <p:spPr>
          <a:xfrm>
            <a:off x="1487781" y="1629208"/>
            <a:ext cx="18629590" cy="5914711"/>
          </a:xfrm>
        </p:spPr>
        <p:txBody>
          <a:bodyPr/>
          <a:lstStyle/>
          <a:p>
            <a:r>
              <a:rPr lang="ja-JP" altLang="en-US"/>
              <a:t>マスター タイトルの書式設定</a:t>
            </a:r>
            <a:endParaRPr lang="en-US" dirty="0"/>
          </a:p>
        </p:txBody>
      </p:sp>
      <p:sp>
        <p:nvSpPr>
          <p:cNvPr id="3" name="Text Placeholder 2"/>
          <p:cNvSpPr>
            <a:spLocks noGrp="1"/>
          </p:cNvSpPr>
          <p:nvPr>
            <p:ph type="body" idx="1"/>
          </p:nvPr>
        </p:nvSpPr>
        <p:spPr>
          <a:xfrm>
            <a:off x="1487783" y="7501412"/>
            <a:ext cx="9137610" cy="3676326"/>
          </a:xfrm>
        </p:spPr>
        <p:txBody>
          <a:bodyPr anchor="b"/>
          <a:lstStyle>
            <a:lvl1pPr marL="0" indent="0">
              <a:buNone/>
              <a:defRPr sz="5669" b="1"/>
            </a:lvl1pPr>
            <a:lvl2pPr marL="1079998" indent="0">
              <a:buNone/>
              <a:defRPr sz="4724" b="1"/>
            </a:lvl2pPr>
            <a:lvl3pPr marL="2159996" indent="0">
              <a:buNone/>
              <a:defRPr sz="4252" b="1"/>
            </a:lvl3pPr>
            <a:lvl4pPr marL="3239994" indent="0">
              <a:buNone/>
              <a:defRPr sz="3780" b="1"/>
            </a:lvl4pPr>
            <a:lvl5pPr marL="4319991" indent="0">
              <a:buNone/>
              <a:defRPr sz="3780" b="1"/>
            </a:lvl5pPr>
            <a:lvl6pPr marL="5399989" indent="0">
              <a:buNone/>
              <a:defRPr sz="3780" b="1"/>
            </a:lvl6pPr>
            <a:lvl7pPr marL="6479987" indent="0">
              <a:buNone/>
              <a:defRPr sz="3780" b="1"/>
            </a:lvl7pPr>
            <a:lvl8pPr marL="7559985" indent="0">
              <a:buNone/>
              <a:defRPr sz="3780" b="1"/>
            </a:lvl8pPr>
            <a:lvl9pPr marL="8639983" indent="0">
              <a:buNone/>
              <a:defRPr sz="3780" b="1"/>
            </a:lvl9pPr>
          </a:lstStyle>
          <a:p>
            <a:pPr lvl="0"/>
            <a:r>
              <a:rPr lang="ja-JP" altLang="en-US"/>
              <a:t>マスター テキストの書式設定</a:t>
            </a:r>
          </a:p>
        </p:txBody>
      </p:sp>
      <p:sp>
        <p:nvSpPr>
          <p:cNvPr id="4" name="Content Placeholder 3"/>
          <p:cNvSpPr>
            <a:spLocks noGrp="1"/>
          </p:cNvSpPr>
          <p:nvPr>
            <p:ph sz="half" idx="2"/>
          </p:nvPr>
        </p:nvSpPr>
        <p:spPr>
          <a:xfrm>
            <a:off x="1487783" y="11177737"/>
            <a:ext cx="9137610" cy="1644076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5" name="Text Placeholder 4"/>
          <p:cNvSpPr>
            <a:spLocks noGrp="1"/>
          </p:cNvSpPr>
          <p:nvPr>
            <p:ph type="body" sz="quarter" idx="3"/>
          </p:nvPr>
        </p:nvSpPr>
        <p:spPr>
          <a:xfrm>
            <a:off x="10934761" y="7501412"/>
            <a:ext cx="9182611" cy="3676326"/>
          </a:xfrm>
        </p:spPr>
        <p:txBody>
          <a:bodyPr anchor="b"/>
          <a:lstStyle>
            <a:lvl1pPr marL="0" indent="0">
              <a:buNone/>
              <a:defRPr sz="5669" b="1"/>
            </a:lvl1pPr>
            <a:lvl2pPr marL="1079998" indent="0">
              <a:buNone/>
              <a:defRPr sz="4724" b="1"/>
            </a:lvl2pPr>
            <a:lvl3pPr marL="2159996" indent="0">
              <a:buNone/>
              <a:defRPr sz="4252" b="1"/>
            </a:lvl3pPr>
            <a:lvl4pPr marL="3239994" indent="0">
              <a:buNone/>
              <a:defRPr sz="3780" b="1"/>
            </a:lvl4pPr>
            <a:lvl5pPr marL="4319991" indent="0">
              <a:buNone/>
              <a:defRPr sz="3780" b="1"/>
            </a:lvl5pPr>
            <a:lvl6pPr marL="5399989" indent="0">
              <a:buNone/>
              <a:defRPr sz="3780" b="1"/>
            </a:lvl6pPr>
            <a:lvl7pPr marL="6479987" indent="0">
              <a:buNone/>
              <a:defRPr sz="3780" b="1"/>
            </a:lvl7pPr>
            <a:lvl8pPr marL="7559985" indent="0">
              <a:buNone/>
              <a:defRPr sz="3780" b="1"/>
            </a:lvl8pPr>
            <a:lvl9pPr marL="8639983" indent="0">
              <a:buNone/>
              <a:defRPr sz="3780" b="1"/>
            </a:lvl9pPr>
          </a:lstStyle>
          <a:p>
            <a:pPr lvl="0"/>
            <a:r>
              <a:rPr lang="ja-JP" altLang="en-US"/>
              <a:t>マスター テキストの書式設定</a:t>
            </a:r>
          </a:p>
        </p:txBody>
      </p:sp>
      <p:sp>
        <p:nvSpPr>
          <p:cNvPr id="6" name="Content Placeholder 5"/>
          <p:cNvSpPr>
            <a:spLocks noGrp="1"/>
          </p:cNvSpPr>
          <p:nvPr>
            <p:ph sz="quarter" idx="4"/>
          </p:nvPr>
        </p:nvSpPr>
        <p:spPr>
          <a:xfrm>
            <a:off x="10934761" y="11177737"/>
            <a:ext cx="9182611" cy="1644076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7" name="Date Placeholder 6"/>
          <p:cNvSpPr>
            <a:spLocks noGrp="1"/>
          </p:cNvSpPr>
          <p:nvPr>
            <p:ph type="dt" sz="half" idx="10"/>
          </p:nvPr>
        </p:nvSpPr>
        <p:spPr/>
        <p:txBody>
          <a:bodyPr/>
          <a:lstStyle/>
          <a:p>
            <a:fld id="{752C247F-77C2-F147-8DC2-B320AF1500F9}" type="datetimeFigureOut">
              <a:rPr kumimoji="1" lang="ja-JP" altLang="en-US" smtClean="0"/>
              <a:t>2024/2/13</a:t>
            </a:fld>
            <a:endParaRPr kumimoji="1" lang="ja-JP" altLang="en-US"/>
          </a:p>
        </p:txBody>
      </p:sp>
      <p:sp>
        <p:nvSpPr>
          <p:cNvPr id="8" name="Footer Placeholder 7"/>
          <p:cNvSpPr>
            <a:spLocks noGrp="1"/>
          </p:cNvSpPr>
          <p:nvPr>
            <p:ph type="ftr" sz="quarter" idx="11"/>
          </p:nvPr>
        </p:nvSpPr>
        <p:spPr/>
        <p:txBody>
          <a:bodyPr/>
          <a:lstStyle/>
          <a:p>
            <a:endParaRPr kumimoji="1" lang="ja-JP" altLang="en-US"/>
          </a:p>
        </p:txBody>
      </p:sp>
      <p:sp>
        <p:nvSpPr>
          <p:cNvPr id="9" name="Slide Number Placeholder 8"/>
          <p:cNvSpPr>
            <a:spLocks noGrp="1"/>
          </p:cNvSpPr>
          <p:nvPr>
            <p:ph type="sldNum" sz="quarter" idx="12"/>
          </p:nvPr>
        </p:nvSpPr>
        <p:spPr/>
        <p:txBody>
          <a:bodyPr/>
          <a:lstStyle/>
          <a:p>
            <a:fld id="{F28882D6-17B5-3A4F-A8F8-1681F14F97DA}" type="slidenum">
              <a:rPr kumimoji="1" lang="ja-JP" altLang="en-US" smtClean="0"/>
              <a:t>‹#›</a:t>
            </a:fld>
            <a:endParaRPr kumimoji="1" lang="ja-JP" altLang="en-US"/>
          </a:p>
        </p:txBody>
      </p:sp>
    </p:spTree>
    <p:extLst>
      <p:ext uri="{BB962C8B-B14F-4D97-AF65-F5344CB8AC3E}">
        <p14:creationId xmlns:p14="http://schemas.microsoft.com/office/powerpoint/2010/main" val="402665841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Date Placeholder 2"/>
          <p:cNvSpPr>
            <a:spLocks noGrp="1"/>
          </p:cNvSpPr>
          <p:nvPr>
            <p:ph type="dt" sz="half" idx="10"/>
          </p:nvPr>
        </p:nvSpPr>
        <p:spPr/>
        <p:txBody>
          <a:bodyPr/>
          <a:lstStyle/>
          <a:p>
            <a:fld id="{752C247F-77C2-F147-8DC2-B320AF1500F9}" type="datetimeFigureOut">
              <a:rPr kumimoji="1" lang="ja-JP" altLang="en-US" smtClean="0"/>
              <a:t>2024/2/13</a:t>
            </a:fld>
            <a:endParaRPr kumimoji="1" lang="ja-JP" altLang="en-US"/>
          </a:p>
        </p:txBody>
      </p:sp>
      <p:sp>
        <p:nvSpPr>
          <p:cNvPr id="4" name="Footer Placeholder 3"/>
          <p:cNvSpPr>
            <a:spLocks noGrp="1"/>
          </p:cNvSpPr>
          <p:nvPr>
            <p:ph type="ftr" sz="quarter" idx="11"/>
          </p:nvPr>
        </p:nvSpPr>
        <p:spPr/>
        <p:txBody>
          <a:bodyPr/>
          <a:lstStyle/>
          <a:p>
            <a:endParaRPr kumimoji="1" lang="ja-JP" altLang="en-US"/>
          </a:p>
        </p:txBody>
      </p:sp>
      <p:sp>
        <p:nvSpPr>
          <p:cNvPr id="5" name="Slide Number Placeholder 4"/>
          <p:cNvSpPr>
            <a:spLocks noGrp="1"/>
          </p:cNvSpPr>
          <p:nvPr>
            <p:ph type="sldNum" sz="quarter" idx="12"/>
          </p:nvPr>
        </p:nvSpPr>
        <p:spPr/>
        <p:txBody>
          <a:bodyPr/>
          <a:lstStyle/>
          <a:p>
            <a:fld id="{F28882D6-17B5-3A4F-A8F8-1681F14F97DA}" type="slidenum">
              <a:rPr kumimoji="1" lang="ja-JP" altLang="en-US" smtClean="0"/>
              <a:t>‹#›</a:t>
            </a:fld>
            <a:endParaRPr kumimoji="1" lang="ja-JP" altLang="en-US"/>
          </a:p>
        </p:txBody>
      </p:sp>
    </p:spTree>
    <p:extLst>
      <p:ext uri="{BB962C8B-B14F-4D97-AF65-F5344CB8AC3E}">
        <p14:creationId xmlns:p14="http://schemas.microsoft.com/office/powerpoint/2010/main" val="2966957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752C247F-77C2-F147-8DC2-B320AF1500F9}" type="datetimeFigureOut">
              <a:rPr kumimoji="1" lang="ja-JP" altLang="en-US" smtClean="0"/>
              <a:t>2024/2/13</a:t>
            </a:fld>
            <a:endParaRPr kumimoji="1" lang="ja-JP" altLang="en-US"/>
          </a:p>
        </p:txBody>
      </p:sp>
      <p:sp>
        <p:nvSpPr>
          <p:cNvPr id="3" name="Footer Placeholder 2"/>
          <p:cNvSpPr>
            <a:spLocks noGrp="1"/>
          </p:cNvSpPr>
          <p:nvPr>
            <p:ph type="ftr" sz="quarter" idx="11"/>
          </p:nvPr>
        </p:nvSpPr>
        <p:spPr/>
        <p:txBody>
          <a:bodyPr/>
          <a:lstStyle/>
          <a:p>
            <a:endParaRPr kumimoji="1" lang="ja-JP" altLang="en-US"/>
          </a:p>
        </p:txBody>
      </p:sp>
      <p:sp>
        <p:nvSpPr>
          <p:cNvPr id="4" name="Slide Number Placeholder 3"/>
          <p:cNvSpPr>
            <a:spLocks noGrp="1"/>
          </p:cNvSpPr>
          <p:nvPr>
            <p:ph type="sldNum" sz="quarter" idx="12"/>
          </p:nvPr>
        </p:nvSpPr>
        <p:spPr/>
        <p:txBody>
          <a:bodyPr/>
          <a:lstStyle/>
          <a:p>
            <a:fld id="{F28882D6-17B5-3A4F-A8F8-1681F14F97DA}" type="slidenum">
              <a:rPr kumimoji="1" lang="ja-JP" altLang="en-US" smtClean="0"/>
              <a:t>‹#›</a:t>
            </a:fld>
            <a:endParaRPr kumimoji="1" lang="ja-JP" altLang="en-US"/>
          </a:p>
        </p:txBody>
      </p:sp>
    </p:spTree>
    <p:extLst>
      <p:ext uri="{BB962C8B-B14F-4D97-AF65-F5344CB8AC3E}">
        <p14:creationId xmlns:p14="http://schemas.microsoft.com/office/powerpoint/2010/main" val="165949582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Title 1"/>
          <p:cNvSpPr>
            <a:spLocks noGrp="1"/>
          </p:cNvSpPr>
          <p:nvPr>
            <p:ph type="title"/>
          </p:nvPr>
        </p:nvSpPr>
        <p:spPr>
          <a:xfrm>
            <a:off x="1487781" y="2040043"/>
            <a:ext cx="6966409" cy="7140152"/>
          </a:xfrm>
        </p:spPr>
        <p:txBody>
          <a:bodyPr anchor="b"/>
          <a:lstStyle>
            <a:lvl1pPr>
              <a:defRPr sz="7559"/>
            </a:lvl1pPr>
          </a:lstStyle>
          <a:p>
            <a:r>
              <a:rPr lang="ja-JP" altLang="en-US"/>
              <a:t>マスター タイトルの書式設定</a:t>
            </a:r>
            <a:endParaRPr lang="en-US" dirty="0"/>
          </a:p>
        </p:txBody>
      </p:sp>
      <p:sp>
        <p:nvSpPr>
          <p:cNvPr id="3" name="Content Placeholder 2"/>
          <p:cNvSpPr>
            <a:spLocks noGrp="1"/>
          </p:cNvSpPr>
          <p:nvPr>
            <p:ph idx="1"/>
          </p:nvPr>
        </p:nvSpPr>
        <p:spPr>
          <a:xfrm>
            <a:off x="9182611" y="4405934"/>
            <a:ext cx="10934760" cy="21746295"/>
          </a:xfrm>
        </p:spPr>
        <p:txBody>
          <a:bodyPr/>
          <a:lstStyle>
            <a:lvl1pPr>
              <a:defRPr sz="7559"/>
            </a:lvl1pPr>
            <a:lvl2pPr>
              <a:defRPr sz="6614"/>
            </a:lvl2pPr>
            <a:lvl3pPr>
              <a:defRPr sz="5669"/>
            </a:lvl3pPr>
            <a:lvl4pPr>
              <a:defRPr sz="4724"/>
            </a:lvl4pPr>
            <a:lvl5pPr>
              <a:defRPr sz="4724"/>
            </a:lvl5pPr>
            <a:lvl6pPr>
              <a:defRPr sz="4724"/>
            </a:lvl6pPr>
            <a:lvl7pPr>
              <a:defRPr sz="4724"/>
            </a:lvl7pPr>
            <a:lvl8pPr>
              <a:defRPr sz="4724"/>
            </a:lvl8pPr>
            <a:lvl9pPr>
              <a:defRPr sz="4724"/>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Text Placeholder 3"/>
          <p:cNvSpPr>
            <a:spLocks noGrp="1"/>
          </p:cNvSpPr>
          <p:nvPr>
            <p:ph type="body" sz="half" idx="2"/>
          </p:nvPr>
        </p:nvSpPr>
        <p:spPr>
          <a:xfrm>
            <a:off x="1487781" y="9180195"/>
            <a:ext cx="6966409" cy="17007447"/>
          </a:xfrm>
        </p:spPr>
        <p:txBody>
          <a:bodyPr/>
          <a:lstStyle>
            <a:lvl1pPr marL="0" indent="0">
              <a:buNone/>
              <a:defRPr sz="3780"/>
            </a:lvl1pPr>
            <a:lvl2pPr marL="1079998" indent="0">
              <a:buNone/>
              <a:defRPr sz="3307"/>
            </a:lvl2pPr>
            <a:lvl3pPr marL="2159996" indent="0">
              <a:buNone/>
              <a:defRPr sz="2835"/>
            </a:lvl3pPr>
            <a:lvl4pPr marL="3239994" indent="0">
              <a:buNone/>
              <a:defRPr sz="2362"/>
            </a:lvl4pPr>
            <a:lvl5pPr marL="4319991" indent="0">
              <a:buNone/>
              <a:defRPr sz="2362"/>
            </a:lvl5pPr>
            <a:lvl6pPr marL="5399989" indent="0">
              <a:buNone/>
              <a:defRPr sz="2362"/>
            </a:lvl6pPr>
            <a:lvl7pPr marL="6479987" indent="0">
              <a:buNone/>
              <a:defRPr sz="2362"/>
            </a:lvl7pPr>
            <a:lvl8pPr marL="7559985" indent="0">
              <a:buNone/>
              <a:defRPr sz="2362"/>
            </a:lvl8pPr>
            <a:lvl9pPr marL="8639983" indent="0">
              <a:buNone/>
              <a:defRPr sz="2362"/>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752C247F-77C2-F147-8DC2-B320AF1500F9}" type="datetimeFigureOut">
              <a:rPr kumimoji="1" lang="ja-JP" altLang="en-US" smtClean="0"/>
              <a:t>2024/2/13</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F28882D6-17B5-3A4F-A8F8-1681F14F97DA}" type="slidenum">
              <a:rPr kumimoji="1" lang="ja-JP" altLang="en-US" smtClean="0"/>
              <a:t>‹#›</a:t>
            </a:fld>
            <a:endParaRPr kumimoji="1" lang="ja-JP" altLang="en-US"/>
          </a:p>
        </p:txBody>
      </p:sp>
    </p:spTree>
    <p:extLst>
      <p:ext uri="{BB962C8B-B14F-4D97-AF65-F5344CB8AC3E}">
        <p14:creationId xmlns:p14="http://schemas.microsoft.com/office/powerpoint/2010/main" val="179329173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Title 1"/>
          <p:cNvSpPr>
            <a:spLocks noGrp="1"/>
          </p:cNvSpPr>
          <p:nvPr>
            <p:ph type="title"/>
          </p:nvPr>
        </p:nvSpPr>
        <p:spPr>
          <a:xfrm>
            <a:off x="1487781" y="2040043"/>
            <a:ext cx="6966409" cy="7140152"/>
          </a:xfrm>
        </p:spPr>
        <p:txBody>
          <a:bodyPr anchor="b"/>
          <a:lstStyle>
            <a:lvl1pPr>
              <a:defRPr sz="7559"/>
            </a:lvl1pPr>
          </a:lstStyle>
          <a:p>
            <a:r>
              <a:rPr lang="ja-JP" altLang="en-US"/>
              <a:t>マスター タイトルの書式設定</a:t>
            </a:r>
            <a:endParaRPr lang="en-US" dirty="0"/>
          </a:p>
        </p:txBody>
      </p:sp>
      <p:sp>
        <p:nvSpPr>
          <p:cNvPr id="3" name="Picture Placeholder 2"/>
          <p:cNvSpPr>
            <a:spLocks noGrp="1" noChangeAspect="1"/>
          </p:cNvSpPr>
          <p:nvPr>
            <p:ph type="pic" idx="1"/>
          </p:nvPr>
        </p:nvSpPr>
        <p:spPr>
          <a:xfrm>
            <a:off x="9182611" y="4405934"/>
            <a:ext cx="10934760" cy="21746295"/>
          </a:xfrm>
        </p:spPr>
        <p:txBody>
          <a:bodyPr anchor="t"/>
          <a:lstStyle>
            <a:lvl1pPr marL="0" indent="0">
              <a:buNone/>
              <a:defRPr sz="7559"/>
            </a:lvl1pPr>
            <a:lvl2pPr marL="1079998" indent="0">
              <a:buNone/>
              <a:defRPr sz="6614"/>
            </a:lvl2pPr>
            <a:lvl3pPr marL="2159996" indent="0">
              <a:buNone/>
              <a:defRPr sz="5669"/>
            </a:lvl3pPr>
            <a:lvl4pPr marL="3239994" indent="0">
              <a:buNone/>
              <a:defRPr sz="4724"/>
            </a:lvl4pPr>
            <a:lvl5pPr marL="4319991" indent="0">
              <a:buNone/>
              <a:defRPr sz="4724"/>
            </a:lvl5pPr>
            <a:lvl6pPr marL="5399989" indent="0">
              <a:buNone/>
              <a:defRPr sz="4724"/>
            </a:lvl6pPr>
            <a:lvl7pPr marL="6479987" indent="0">
              <a:buNone/>
              <a:defRPr sz="4724"/>
            </a:lvl7pPr>
            <a:lvl8pPr marL="7559985" indent="0">
              <a:buNone/>
              <a:defRPr sz="4724"/>
            </a:lvl8pPr>
            <a:lvl9pPr marL="8639983" indent="0">
              <a:buNone/>
              <a:defRPr sz="4724"/>
            </a:lvl9pPr>
          </a:lstStyle>
          <a:p>
            <a:r>
              <a:rPr lang="ja-JP" altLang="en-US"/>
              <a:t>アイコンをクリックして図を追加</a:t>
            </a:r>
            <a:endParaRPr lang="en-US" dirty="0"/>
          </a:p>
        </p:txBody>
      </p:sp>
      <p:sp>
        <p:nvSpPr>
          <p:cNvPr id="4" name="Text Placeholder 3"/>
          <p:cNvSpPr>
            <a:spLocks noGrp="1"/>
          </p:cNvSpPr>
          <p:nvPr>
            <p:ph type="body" sz="half" idx="2"/>
          </p:nvPr>
        </p:nvSpPr>
        <p:spPr>
          <a:xfrm>
            <a:off x="1487781" y="9180195"/>
            <a:ext cx="6966409" cy="17007447"/>
          </a:xfrm>
        </p:spPr>
        <p:txBody>
          <a:bodyPr/>
          <a:lstStyle>
            <a:lvl1pPr marL="0" indent="0">
              <a:buNone/>
              <a:defRPr sz="3780"/>
            </a:lvl1pPr>
            <a:lvl2pPr marL="1079998" indent="0">
              <a:buNone/>
              <a:defRPr sz="3307"/>
            </a:lvl2pPr>
            <a:lvl3pPr marL="2159996" indent="0">
              <a:buNone/>
              <a:defRPr sz="2835"/>
            </a:lvl3pPr>
            <a:lvl4pPr marL="3239994" indent="0">
              <a:buNone/>
              <a:defRPr sz="2362"/>
            </a:lvl4pPr>
            <a:lvl5pPr marL="4319991" indent="0">
              <a:buNone/>
              <a:defRPr sz="2362"/>
            </a:lvl5pPr>
            <a:lvl6pPr marL="5399989" indent="0">
              <a:buNone/>
              <a:defRPr sz="2362"/>
            </a:lvl6pPr>
            <a:lvl7pPr marL="6479987" indent="0">
              <a:buNone/>
              <a:defRPr sz="2362"/>
            </a:lvl7pPr>
            <a:lvl8pPr marL="7559985" indent="0">
              <a:buNone/>
              <a:defRPr sz="2362"/>
            </a:lvl8pPr>
            <a:lvl9pPr marL="8639983" indent="0">
              <a:buNone/>
              <a:defRPr sz="2362"/>
            </a:lvl9pPr>
          </a:lstStyle>
          <a:p>
            <a:pPr lvl="0"/>
            <a:r>
              <a:rPr lang="ja-JP" altLang="en-US"/>
              <a:t>マスター テキストの書式設定</a:t>
            </a:r>
          </a:p>
        </p:txBody>
      </p:sp>
      <p:sp>
        <p:nvSpPr>
          <p:cNvPr id="5" name="Date Placeholder 4"/>
          <p:cNvSpPr>
            <a:spLocks noGrp="1"/>
          </p:cNvSpPr>
          <p:nvPr>
            <p:ph type="dt" sz="half" idx="10"/>
          </p:nvPr>
        </p:nvSpPr>
        <p:spPr/>
        <p:txBody>
          <a:bodyPr/>
          <a:lstStyle/>
          <a:p>
            <a:fld id="{752C247F-77C2-F147-8DC2-B320AF1500F9}" type="datetimeFigureOut">
              <a:rPr kumimoji="1" lang="ja-JP" altLang="en-US" smtClean="0"/>
              <a:t>2024/2/13</a:t>
            </a:fld>
            <a:endParaRPr kumimoji="1" lang="ja-JP" altLang="en-US"/>
          </a:p>
        </p:txBody>
      </p:sp>
      <p:sp>
        <p:nvSpPr>
          <p:cNvPr id="6" name="Footer Placeholder 5"/>
          <p:cNvSpPr>
            <a:spLocks noGrp="1"/>
          </p:cNvSpPr>
          <p:nvPr>
            <p:ph type="ftr" sz="quarter" idx="11"/>
          </p:nvPr>
        </p:nvSpPr>
        <p:spPr/>
        <p:txBody>
          <a:bodyPr/>
          <a:lstStyle/>
          <a:p>
            <a:endParaRPr kumimoji="1" lang="ja-JP" altLang="en-US"/>
          </a:p>
        </p:txBody>
      </p:sp>
      <p:sp>
        <p:nvSpPr>
          <p:cNvPr id="7" name="Slide Number Placeholder 6"/>
          <p:cNvSpPr>
            <a:spLocks noGrp="1"/>
          </p:cNvSpPr>
          <p:nvPr>
            <p:ph type="sldNum" sz="quarter" idx="12"/>
          </p:nvPr>
        </p:nvSpPr>
        <p:spPr/>
        <p:txBody>
          <a:bodyPr/>
          <a:lstStyle/>
          <a:p>
            <a:fld id="{F28882D6-17B5-3A4F-A8F8-1681F14F97DA}" type="slidenum">
              <a:rPr kumimoji="1" lang="ja-JP" altLang="en-US" smtClean="0"/>
              <a:t>‹#›</a:t>
            </a:fld>
            <a:endParaRPr kumimoji="1" lang="ja-JP" altLang="en-US"/>
          </a:p>
        </p:txBody>
      </p:sp>
    </p:spTree>
    <p:extLst>
      <p:ext uri="{BB962C8B-B14F-4D97-AF65-F5344CB8AC3E}">
        <p14:creationId xmlns:p14="http://schemas.microsoft.com/office/powerpoint/2010/main" val="2334971803"/>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ja-JP" altLang="en-US"/>
              <a:t>マスター タイトルの書式設定</a:t>
            </a:r>
            <a:endParaRPr lang="en-US" dirty="0"/>
          </a:p>
        </p:txBody>
      </p:sp>
      <p:sp>
        <p:nvSpPr>
          <p:cNvPr id="3" name="Vertical Text Placeholder 2"/>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752C247F-77C2-F147-8DC2-B320AF1500F9}" type="datetimeFigureOut">
              <a:rPr kumimoji="1" lang="ja-JP" altLang="en-US" smtClean="0"/>
              <a:t>2024/2/13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F28882D6-17B5-3A4F-A8F8-1681F14F97DA}" type="slidenum">
              <a:rPr kumimoji="1" lang="ja-JP" altLang="en-US" smtClean="0"/>
              <a:t>‹#›</a:t>
            </a:fld>
            <a:endParaRPr kumimoji="1" lang="ja-JP" altLang="en-US"/>
          </a:p>
        </p:txBody>
      </p:sp>
    </p:spTree>
    <p:extLst>
      <p:ext uri="{BB962C8B-B14F-4D97-AF65-F5344CB8AC3E}">
        <p14:creationId xmlns:p14="http://schemas.microsoft.com/office/powerpoint/2010/main" val="22597404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15457161" y="1629201"/>
            <a:ext cx="4657398" cy="25932636"/>
          </a:xfrm>
        </p:spPr>
        <p:txBody>
          <a:bodyPr vert="eaVert"/>
          <a:lstStyle/>
          <a:p>
            <a:r>
              <a:rPr lang="ja-JP" altLang="en-US"/>
              <a:t>マスター タイトルの書式設定</a:t>
            </a:r>
            <a:endParaRPr lang="en-US" dirty="0"/>
          </a:p>
        </p:txBody>
      </p:sp>
      <p:sp>
        <p:nvSpPr>
          <p:cNvPr id="3" name="Vertical Text Placeholder 2"/>
          <p:cNvSpPr>
            <a:spLocks noGrp="1"/>
          </p:cNvSpPr>
          <p:nvPr>
            <p:ph type="body" orient="vert" idx="1"/>
          </p:nvPr>
        </p:nvSpPr>
        <p:spPr>
          <a:xfrm>
            <a:off x="1484968" y="1629201"/>
            <a:ext cx="13702199" cy="25932636"/>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10"/>
          </p:nvPr>
        </p:nvSpPr>
        <p:spPr/>
        <p:txBody>
          <a:bodyPr/>
          <a:lstStyle/>
          <a:p>
            <a:fld id="{752C247F-77C2-F147-8DC2-B320AF1500F9}" type="datetimeFigureOut">
              <a:rPr kumimoji="1" lang="ja-JP" altLang="en-US" smtClean="0"/>
              <a:t>2024/2/13</a:t>
            </a:fld>
            <a:endParaRPr kumimoji="1" lang="ja-JP" altLang="en-US"/>
          </a:p>
        </p:txBody>
      </p:sp>
      <p:sp>
        <p:nvSpPr>
          <p:cNvPr id="5" name="Footer Placeholder 4"/>
          <p:cNvSpPr>
            <a:spLocks noGrp="1"/>
          </p:cNvSpPr>
          <p:nvPr>
            <p:ph type="ftr" sz="quarter" idx="11"/>
          </p:nvPr>
        </p:nvSpPr>
        <p:spPr/>
        <p:txBody>
          <a:bodyPr/>
          <a:lstStyle/>
          <a:p>
            <a:endParaRPr kumimoji="1" lang="ja-JP" altLang="en-US"/>
          </a:p>
        </p:txBody>
      </p:sp>
      <p:sp>
        <p:nvSpPr>
          <p:cNvPr id="6" name="Slide Number Placeholder 5"/>
          <p:cNvSpPr>
            <a:spLocks noGrp="1"/>
          </p:cNvSpPr>
          <p:nvPr>
            <p:ph type="sldNum" sz="quarter" idx="12"/>
          </p:nvPr>
        </p:nvSpPr>
        <p:spPr/>
        <p:txBody>
          <a:bodyPr/>
          <a:lstStyle/>
          <a:p>
            <a:fld id="{F28882D6-17B5-3A4F-A8F8-1681F14F97DA}" type="slidenum">
              <a:rPr kumimoji="1" lang="ja-JP" altLang="en-US" smtClean="0"/>
              <a:t>‹#›</a:t>
            </a:fld>
            <a:endParaRPr kumimoji="1" lang="ja-JP" altLang="en-US"/>
          </a:p>
        </p:txBody>
      </p:sp>
    </p:spTree>
    <p:extLst>
      <p:ext uri="{BB962C8B-B14F-4D97-AF65-F5344CB8AC3E}">
        <p14:creationId xmlns:p14="http://schemas.microsoft.com/office/powerpoint/2010/main" val="984569054"/>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1484968" y="1629208"/>
            <a:ext cx="18629590" cy="5914711"/>
          </a:xfrm>
          <a:prstGeom prst="rect">
            <a:avLst/>
          </a:prstGeom>
        </p:spPr>
        <p:txBody>
          <a:bodyPr vert="horz" lIns="91440" tIns="45720" rIns="91440" bIns="45720" rtlCol="0" anchor="ctr">
            <a:normAutofit/>
          </a:bodyPr>
          <a:lstStyle/>
          <a:p>
            <a:r>
              <a:rPr lang="ja-JP" altLang="en-US"/>
              <a:t>マスター タイトルの書式設定</a:t>
            </a:r>
            <a:endParaRPr lang="en-US" dirty="0"/>
          </a:p>
        </p:txBody>
      </p:sp>
      <p:sp>
        <p:nvSpPr>
          <p:cNvPr id="3" name="Text Placeholder 2"/>
          <p:cNvSpPr>
            <a:spLocks noGrp="1"/>
          </p:cNvSpPr>
          <p:nvPr>
            <p:ph type="body" idx="1"/>
          </p:nvPr>
        </p:nvSpPr>
        <p:spPr>
          <a:xfrm>
            <a:off x="1484968" y="8146007"/>
            <a:ext cx="18629590" cy="19415831"/>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US" dirty="0"/>
          </a:p>
        </p:txBody>
      </p:sp>
      <p:sp>
        <p:nvSpPr>
          <p:cNvPr id="4" name="Date Placeholder 3"/>
          <p:cNvSpPr>
            <a:spLocks noGrp="1"/>
          </p:cNvSpPr>
          <p:nvPr>
            <p:ph type="dt" sz="half" idx="2"/>
          </p:nvPr>
        </p:nvSpPr>
        <p:spPr>
          <a:xfrm>
            <a:off x="1484967" y="28362276"/>
            <a:ext cx="4859893" cy="1629201"/>
          </a:xfrm>
          <a:prstGeom prst="rect">
            <a:avLst/>
          </a:prstGeom>
        </p:spPr>
        <p:txBody>
          <a:bodyPr vert="horz" lIns="91440" tIns="45720" rIns="91440" bIns="45720" rtlCol="0" anchor="ctr"/>
          <a:lstStyle>
            <a:lvl1pPr algn="l">
              <a:defRPr sz="2835">
                <a:solidFill>
                  <a:schemeClr val="tx1">
                    <a:tint val="75000"/>
                  </a:schemeClr>
                </a:solidFill>
              </a:defRPr>
            </a:lvl1pPr>
          </a:lstStyle>
          <a:p>
            <a:fld id="{752C247F-77C2-F147-8DC2-B320AF1500F9}" type="datetimeFigureOut">
              <a:rPr kumimoji="1" lang="ja-JP" altLang="en-US" smtClean="0"/>
              <a:t>2024/2/13</a:t>
            </a:fld>
            <a:endParaRPr kumimoji="1" lang="ja-JP" altLang="en-US"/>
          </a:p>
        </p:txBody>
      </p:sp>
      <p:sp>
        <p:nvSpPr>
          <p:cNvPr id="5" name="Footer Placeholder 4"/>
          <p:cNvSpPr>
            <a:spLocks noGrp="1"/>
          </p:cNvSpPr>
          <p:nvPr>
            <p:ph type="ftr" sz="quarter" idx="3"/>
          </p:nvPr>
        </p:nvSpPr>
        <p:spPr>
          <a:xfrm>
            <a:off x="7154843" y="28362276"/>
            <a:ext cx="7289840" cy="1629201"/>
          </a:xfrm>
          <a:prstGeom prst="rect">
            <a:avLst/>
          </a:prstGeom>
        </p:spPr>
        <p:txBody>
          <a:bodyPr vert="horz" lIns="91440" tIns="45720" rIns="91440" bIns="45720" rtlCol="0" anchor="ctr"/>
          <a:lstStyle>
            <a:lvl1pPr algn="ctr">
              <a:defRPr sz="2835">
                <a:solidFill>
                  <a:schemeClr val="tx1">
                    <a:tint val="75000"/>
                  </a:schemeClr>
                </a:solidFill>
              </a:defRPr>
            </a:lvl1pPr>
          </a:lstStyle>
          <a:p>
            <a:endParaRPr kumimoji="1" lang="ja-JP" altLang="en-US"/>
          </a:p>
        </p:txBody>
      </p:sp>
      <p:sp>
        <p:nvSpPr>
          <p:cNvPr id="6" name="Slide Number Placeholder 5"/>
          <p:cNvSpPr>
            <a:spLocks noGrp="1"/>
          </p:cNvSpPr>
          <p:nvPr>
            <p:ph type="sldNum" sz="quarter" idx="4"/>
          </p:nvPr>
        </p:nvSpPr>
        <p:spPr>
          <a:xfrm>
            <a:off x="15254665" y="28362276"/>
            <a:ext cx="4859893" cy="1629201"/>
          </a:xfrm>
          <a:prstGeom prst="rect">
            <a:avLst/>
          </a:prstGeom>
        </p:spPr>
        <p:txBody>
          <a:bodyPr vert="horz" lIns="91440" tIns="45720" rIns="91440" bIns="45720" rtlCol="0" anchor="ctr"/>
          <a:lstStyle>
            <a:lvl1pPr algn="r">
              <a:defRPr sz="2835">
                <a:solidFill>
                  <a:schemeClr val="tx1">
                    <a:tint val="75000"/>
                  </a:schemeClr>
                </a:solidFill>
              </a:defRPr>
            </a:lvl1pPr>
          </a:lstStyle>
          <a:p>
            <a:fld id="{F28882D6-17B5-3A4F-A8F8-1681F14F97DA}" type="slidenum">
              <a:rPr kumimoji="1" lang="ja-JP" altLang="en-US" smtClean="0"/>
              <a:t>‹#›</a:t>
            </a:fld>
            <a:endParaRPr kumimoji="1" lang="ja-JP" altLang="en-US"/>
          </a:p>
        </p:txBody>
      </p:sp>
    </p:spTree>
    <p:extLst>
      <p:ext uri="{BB962C8B-B14F-4D97-AF65-F5344CB8AC3E}">
        <p14:creationId xmlns:p14="http://schemas.microsoft.com/office/powerpoint/2010/main" val="708756009"/>
      </p:ext>
    </p:extLst>
  </p:cSld>
  <p:clrMap bg1="lt1" tx1="dk1" bg2="lt2" tx2="dk2" accent1="accent1" accent2="accent2" accent3="accent3" accent4="accent4" accent5="accent5" accent6="accent6" hlink="hlink" folHlink="folHlink"/>
  <p:sldLayoutIdLst>
    <p:sldLayoutId id="2147483673" r:id="rId1"/>
    <p:sldLayoutId id="2147483674" r:id="rId2"/>
    <p:sldLayoutId id="2147483675" r:id="rId3"/>
    <p:sldLayoutId id="2147483676" r:id="rId4"/>
    <p:sldLayoutId id="2147483677" r:id="rId5"/>
    <p:sldLayoutId id="2147483678" r:id="rId6"/>
    <p:sldLayoutId id="2147483679" r:id="rId7"/>
    <p:sldLayoutId id="2147483680" r:id="rId8"/>
    <p:sldLayoutId id="2147483681" r:id="rId9"/>
    <p:sldLayoutId id="2147483682" r:id="rId10"/>
    <p:sldLayoutId id="2147483683" r:id="rId11"/>
  </p:sldLayoutIdLst>
  <p:txStyles>
    <p:titleStyle>
      <a:lvl1pPr algn="l" defTabSz="2159996" rtl="0" eaLnBrk="1" latinLnBrk="0" hangingPunct="1">
        <a:lnSpc>
          <a:spcPct val="90000"/>
        </a:lnSpc>
        <a:spcBef>
          <a:spcPct val="0"/>
        </a:spcBef>
        <a:buNone/>
        <a:defRPr kumimoji="1" sz="10394" kern="1200">
          <a:solidFill>
            <a:schemeClr val="tx1"/>
          </a:solidFill>
          <a:latin typeface="+mj-lt"/>
          <a:ea typeface="+mj-ea"/>
          <a:cs typeface="+mj-cs"/>
        </a:defRPr>
      </a:lvl1pPr>
    </p:titleStyle>
    <p:bodyStyle>
      <a:lvl1pPr marL="539999" indent="-539999" algn="l" defTabSz="2159996" rtl="0" eaLnBrk="1" latinLnBrk="0" hangingPunct="1">
        <a:lnSpc>
          <a:spcPct val="90000"/>
        </a:lnSpc>
        <a:spcBef>
          <a:spcPts val="2362"/>
        </a:spcBef>
        <a:buFont typeface="Arial" panose="020B0604020202020204" pitchFamily="34" charset="0"/>
        <a:buChar char="•"/>
        <a:defRPr kumimoji="1" sz="6614" kern="1200">
          <a:solidFill>
            <a:schemeClr val="tx1"/>
          </a:solidFill>
          <a:latin typeface="+mn-lt"/>
          <a:ea typeface="+mn-ea"/>
          <a:cs typeface="+mn-cs"/>
        </a:defRPr>
      </a:lvl1pPr>
      <a:lvl2pPr marL="1619997" indent="-539999" algn="l" defTabSz="2159996" rtl="0" eaLnBrk="1" latinLnBrk="0" hangingPunct="1">
        <a:lnSpc>
          <a:spcPct val="90000"/>
        </a:lnSpc>
        <a:spcBef>
          <a:spcPts val="1181"/>
        </a:spcBef>
        <a:buFont typeface="Arial" panose="020B0604020202020204" pitchFamily="34" charset="0"/>
        <a:buChar char="•"/>
        <a:defRPr kumimoji="1" sz="5669" kern="1200">
          <a:solidFill>
            <a:schemeClr val="tx1"/>
          </a:solidFill>
          <a:latin typeface="+mn-lt"/>
          <a:ea typeface="+mn-ea"/>
          <a:cs typeface="+mn-cs"/>
        </a:defRPr>
      </a:lvl2pPr>
      <a:lvl3pPr marL="2699995" indent="-539999" algn="l" defTabSz="2159996" rtl="0" eaLnBrk="1" latinLnBrk="0" hangingPunct="1">
        <a:lnSpc>
          <a:spcPct val="90000"/>
        </a:lnSpc>
        <a:spcBef>
          <a:spcPts val="1181"/>
        </a:spcBef>
        <a:buFont typeface="Arial" panose="020B0604020202020204" pitchFamily="34" charset="0"/>
        <a:buChar char="•"/>
        <a:defRPr kumimoji="1" sz="4724" kern="1200">
          <a:solidFill>
            <a:schemeClr val="tx1"/>
          </a:solidFill>
          <a:latin typeface="+mn-lt"/>
          <a:ea typeface="+mn-ea"/>
          <a:cs typeface="+mn-cs"/>
        </a:defRPr>
      </a:lvl3pPr>
      <a:lvl4pPr marL="3779992" indent="-539999" algn="l" defTabSz="2159996" rtl="0" eaLnBrk="1" latinLnBrk="0" hangingPunct="1">
        <a:lnSpc>
          <a:spcPct val="90000"/>
        </a:lnSpc>
        <a:spcBef>
          <a:spcPts val="1181"/>
        </a:spcBef>
        <a:buFont typeface="Arial" panose="020B0604020202020204" pitchFamily="34" charset="0"/>
        <a:buChar char="•"/>
        <a:defRPr kumimoji="1" sz="4252" kern="1200">
          <a:solidFill>
            <a:schemeClr val="tx1"/>
          </a:solidFill>
          <a:latin typeface="+mn-lt"/>
          <a:ea typeface="+mn-ea"/>
          <a:cs typeface="+mn-cs"/>
        </a:defRPr>
      </a:lvl4pPr>
      <a:lvl5pPr marL="4859990" indent="-539999" algn="l" defTabSz="2159996" rtl="0" eaLnBrk="1" latinLnBrk="0" hangingPunct="1">
        <a:lnSpc>
          <a:spcPct val="90000"/>
        </a:lnSpc>
        <a:spcBef>
          <a:spcPts val="1181"/>
        </a:spcBef>
        <a:buFont typeface="Arial" panose="020B0604020202020204" pitchFamily="34" charset="0"/>
        <a:buChar char="•"/>
        <a:defRPr kumimoji="1" sz="4252" kern="1200">
          <a:solidFill>
            <a:schemeClr val="tx1"/>
          </a:solidFill>
          <a:latin typeface="+mn-lt"/>
          <a:ea typeface="+mn-ea"/>
          <a:cs typeface="+mn-cs"/>
        </a:defRPr>
      </a:lvl5pPr>
      <a:lvl6pPr marL="5939988" indent="-539999" algn="l" defTabSz="2159996" rtl="0" eaLnBrk="1" latinLnBrk="0" hangingPunct="1">
        <a:lnSpc>
          <a:spcPct val="90000"/>
        </a:lnSpc>
        <a:spcBef>
          <a:spcPts val="1181"/>
        </a:spcBef>
        <a:buFont typeface="Arial" panose="020B0604020202020204" pitchFamily="34" charset="0"/>
        <a:buChar char="•"/>
        <a:defRPr kumimoji="1" sz="4252" kern="1200">
          <a:solidFill>
            <a:schemeClr val="tx1"/>
          </a:solidFill>
          <a:latin typeface="+mn-lt"/>
          <a:ea typeface="+mn-ea"/>
          <a:cs typeface="+mn-cs"/>
        </a:defRPr>
      </a:lvl6pPr>
      <a:lvl7pPr marL="7019986" indent="-539999" algn="l" defTabSz="2159996" rtl="0" eaLnBrk="1" latinLnBrk="0" hangingPunct="1">
        <a:lnSpc>
          <a:spcPct val="90000"/>
        </a:lnSpc>
        <a:spcBef>
          <a:spcPts val="1181"/>
        </a:spcBef>
        <a:buFont typeface="Arial" panose="020B0604020202020204" pitchFamily="34" charset="0"/>
        <a:buChar char="•"/>
        <a:defRPr kumimoji="1" sz="4252" kern="1200">
          <a:solidFill>
            <a:schemeClr val="tx1"/>
          </a:solidFill>
          <a:latin typeface="+mn-lt"/>
          <a:ea typeface="+mn-ea"/>
          <a:cs typeface="+mn-cs"/>
        </a:defRPr>
      </a:lvl7pPr>
      <a:lvl8pPr marL="8099984" indent="-539999" algn="l" defTabSz="2159996" rtl="0" eaLnBrk="1" latinLnBrk="0" hangingPunct="1">
        <a:lnSpc>
          <a:spcPct val="90000"/>
        </a:lnSpc>
        <a:spcBef>
          <a:spcPts val="1181"/>
        </a:spcBef>
        <a:buFont typeface="Arial" panose="020B0604020202020204" pitchFamily="34" charset="0"/>
        <a:buChar char="•"/>
        <a:defRPr kumimoji="1" sz="4252" kern="1200">
          <a:solidFill>
            <a:schemeClr val="tx1"/>
          </a:solidFill>
          <a:latin typeface="+mn-lt"/>
          <a:ea typeface="+mn-ea"/>
          <a:cs typeface="+mn-cs"/>
        </a:defRPr>
      </a:lvl8pPr>
      <a:lvl9pPr marL="9179982" indent="-539999" algn="l" defTabSz="2159996" rtl="0" eaLnBrk="1" latinLnBrk="0" hangingPunct="1">
        <a:lnSpc>
          <a:spcPct val="90000"/>
        </a:lnSpc>
        <a:spcBef>
          <a:spcPts val="1181"/>
        </a:spcBef>
        <a:buFont typeface="Arial" panose="020B0604020202020204" pitchFamily="34" charset="0"/>
        <a:buChar char="•"/>
        <a:defRPr kumimoji="1" sz="4252" kern="1200">
          <a:solidFill>
            <a:schemeClr val="tx1"/>
          </a:solidFill>
          <a:latin typeface="+mn-lt"/>
          <a:ea typeface="+mn-ea"/>
          <a:cs typeface="+mn-cs"/>
        </a:defRPr>
      </a:lvl9pPr>
    </p:bodyStyle>
    <p:otherStyle>
      <a:defPPr>
        <a:defRPr lang="en-US"/>
      </a:defPPr>
      <a:lvl1pPr marL="0" algn="l" defTabSz="2159996" rtl="0" eaLnBrk="1" latinLnBrk="0" hangingPunct="1">
        <a:defRPr kumimoji="1" sz="4252" kern="1200">
          <a:solidFill>
            <a:schemeClr val="tx1"/>
          </a:solidFill>
          <a:latin typeface="+mn-lt"/>
          <a:ea typeface="+mn-ea"/>
          <a:cs typeface="+mn-cs"/>
        </a:defRPr>
      </a:lvl1pPr>
      <a:lvl2pPr marL="1079998" algn="l" defTabSz="2159996" rtl="0" eaLnBrk="1" latinLnBrk="0" hangingPunct="1">
        <a:defRPr kumimoji="1" sz="4252" kern="1200">
          <a:solidFill>
            <a:schemeClr val="tx1"/>
          </a:solidFill>
          <a:latin typeface="+mn-lt"/>
          <a:ea typeface="+mn-ea"/>
          <a:cs typeface="+mn-cs"/>
        </a:defRPr>
      </a:lvl2pPr>
      <a:lvl3pPr marL="2159996" algn="l" defTabSz="2159996" rtl="0" eaLnBrk="1" latinLnBrk="0" hangingPunct="1">
        <a:defRPr kumimoji="1" sz="4252" kern="1200">
          <a:solidFill>
            <a:schemeClr val="tx1"/>
          </a:solidFill>
          <a:latin typeface="+mn-lt"/>
          <a:ea typeface="+mn-ea"/>
          <a:cs typeface="+mn-cs"/>
        </a:defRPr>
      </a:lvl3pPr>
      <a:lvl4pPr marL="3239994" algn="l" defTabSz="2159996" rtl="0" eaLnBrk="1" latinLnBrk="0" hangingPunct="1">
        <a:defRPr kumimoji="1" sz="4252" kern="1200">
          <a:solidFill>
            <a:schemeClr val="tx1"/>
          </a:solidFill>
          <a:latin typeface="+mn-lt"/>
          <a:ea typeface="+mn-ea"/>
          <a:cs typeface="+mn-cs"/>
        </a:defRPr>
      </a:lvl4pPr>
      <a:lvl5pPr marL="4319991" algn="l" defTabSz="2159996" rtl="0" eaLnBrk="1" latinLnBrk="0" hangingPunct="1">
        <a:defRPr kumimoji="1" sz="4252" kern="1200">
          <a:solidFill>
            <a:schemeClr val="tx1"/>
          </a:solidFill>
          <a:latin typeface="+mn-lt"/>
          <a:ea typeface="+mn-ea"/>
          <a:cs typeface="+mn-cs"/>
        </a:defRPr>
      </a:lvl5pPr>
      <a:lvl6pPr marL="5399989" algn="l" defTabSz="2159996" rtl="0" eaLnBrk="1" latinLnBrk="0" hangingPunct="1">
        <a:defRPr kumimoji="1" sz="4252" kern="1200">
          <a:solidFill>
            <a:schemeClr val="tx1"/>
          </a:solidFill>
          <a:latin typeface="+mn-lt"/>
          <a:ea typeface="+mn-ea"/>
          <a:cs typeface="+mn-cs"/>
        </a:defRPr>
      </a:lvl6pPr>
      <a:lvl7pPr marL="6479987" algn="l" defTabSz="2159996" rtl="0" eaLnBrk="1" latinLnBrk="0" hangingPunct="1">
        <a:defRPr kumimoji="1" sz="4252" kern="1200">
          <a:solidFill>
            <a:schemeClr val="tx1"/>
          </a:solidFill>
          <a:latin typeface="+mn-lt"/>
          <a:ea typeface="+mn-ea"/>
          <a:cs typeface="+mn-cs"/>
        </a:defRPr>
      </a:lvl7pPr>
      <a:lvl8pPr marL="7559985" algn="l" defTabSz="2159996" rtl="0" eaLnBrk="1" latinLnBrk="0" hangingPunct="1">
        <a:defRPr kumimoji="1" sz="4252" kern="1200">
          <a:solidFill>
            <a:schemeClr val="tx1"/>
          </a:solidFill>
          <a:latin typeface="+mn-lt"/>
          <a:ea typeface="+mn-ea"/>
          <a:cs typeface="+mn-cs"/>
        </a:defRPr>
      </a:lvl8pPr>
      <a:lvl9pPr marL="8639983" algn="l" defTabSz="2159996" rtl="0" eaLnBrk="1" latinLnBrk="0" hangingPunct="1">
        <a:defRPr kumimoji="1" sz="4252"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9.png"/><Relationship Id="rId18" Type="http://schemas.openxmlformats.org/officeDocument/2006/relationships/image" Target="../media/image14.png"/><Relationship Id="rId3" Type="http://schemas.openxmlformats.org/officeDocument/2006/relationships/hyperlink" Target="https://iplab.naist.jp/" TargetMode="External"/><Relationship Id="rId21" Type="http://schemas.openxmlformats.org/officeDocument/2006/relationships/image" Target="../media/image17.png"/><Relationship Id="rId7" Type="http://schemas.openxmlformats.org/officeDocument/2006/relationships/image" Target="../media/image5.png"/><Relationship Id="rId12" Type="http://schemas.openxmlformats.org/officeDocument/2006/relationships/image" Target="../media/image8.png"/><Relationship Id="rId17" Type="http://schemas.openxmlformats.org/officeDocument/2006/relationships/image" Target="../media/image13.png"/><Relationship Id="rId2" Type="http://schemas.openxmlformats.org/officeDocument/2006/relationships/image" Target="../media/image1.png"/><Relationship Id="rId16" Type="http://schemas.openxmlformats.org/officeDocument/2006/relationships/image" Target="../media/image12.png"/><Relationship Id="rId20" Type="http://schemas.openxmlformats.org/officeDocument/2006/relationships/image" Target="../media/image16.png"/><Relationship Id="rId1" Type="http://schemas.openxmlformats.org/officeDocument/2006/relationships/slideLayout" Target="../slideLayouts/slideLayout1.xml"/><Relationship Id="rId6" Type="http://schemas.openxmlformats.org/officeDocument/2006/relationships/image" Target="../media/image4.png"/><Relationship Id="rId11" Type="http://schemas.openxmlformats.org/officeDocument/2006/relationships/image" Target="../media/image7.png"/><Relationship Id="rId5" Type="http://schemas.openxmlformats.org/officeDocument/2006/relationships/image" Target="../media/image3.png"/><Relationship Id="rId15" Type="http://schemas.openxmlformats.org/officeDocument/2006/relationships/image" Target="../media/image11.png"/><Relationship Id="rId23" Type="http://schemas.openxmlformats.org/officeDocument/2006/relationships/image" Target="../media/image19.png"/><Relationship Id="rId10" Type="http://schemas.openxmlformats.org/officeDocument/2006/relationships/hyperlink" Target="https://www.prnewswire.com/news-releases/96-billion-is-lost-every-year-to-electricity-theft-300453411.html" TargetMode="External"/><Relationship Id="rId19" Type="http://schemas.openxmlformats.org/officeDocument/2006/relationships/image" Target="../media/image15.png"/><Relationship Id="rId4" Type="http://schemas.openxmlformats.org/officeDocument/2006/relationships/image" Target="../media/image2.png"/><Relationship Id="rId9" Type="http://schemas.openxmlformats.org/officeDocument/2006/relationships/hyperlink" Target="https://www.spglobal.com/marketintelligence/en/news-insights/trending/abhemb-9pog6vtjy1i8iia1" TargetMode="External"/><Relationship Id="rId14" Type="http://schemas.openxmlformats.org/officeDocument/2006/relationships/image" Target="../media/image10.png"/><Relationship Id="rId22" Type="http://schemas.openxmlformats.org/officeDocument/2006/relationships/image" Target="../media/image1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0" name="正方形/長方形 9">
            <a:extLst>
              <a:ext uri="{FF2B5EF4-FFF2-40B4-BE49-F238E27FC236}">
                <a16:creationId xmlns:a16="http://schemas.microsoft.com/office/drawing/2014/main" id="{66674E63-1004-BB1A-F281-18093439F112}"/>
              </a:ext>
            </a:extLst>
          </p:cNvPr>
          <p:cNvSpPr/>
          <p:nvPr/>
        </p:nvSpPr>
        <p:spPr>
          <a:xfrm>
            <a:off x="184393" y="29449663"/>
            <a:ext cx="21286509" cy="655341"/>
          </a:xfrm>
          <a:prstGeom prst="rect">
            <a:avLst/>
          </a:prstGeom>
          <a:solidFill>
            <a:srgbClr val="ED7D31">
              <a:alpha val="63922"/>
            </a:srgb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6312"/>
          </a:p>
        </p:txBody>
      </p:sp>
      <p:pic>
        <p:nvPicPr>
          <p:cNvPr id="5" name="図 4" descr="ロゴ&#10;&#10;自動的に生成された説明">
            <a:extLst>
              <a:ext uri="{FF2B5EF4-FFF2-40B4-BE49-F238E27FC236}">
                <a16:creationId xmlns:a16="http://schemas.microsoft.com/office/drawing/2014/main" id="{CB5779F7-AF78-4278-2484-081DF9F3421B}"/>
              </a:ext>
            </a:extLst>
          </p:cNvPr>
          <p:cNvPicPr>
            <a:picLocks noChangeAspect="1"/>
          </p:cNvPicPr>
          <p:nvPr/>
        </p:nvPicPr>
        <p:blipFill>
          <a:blip r:embed="rId2"/>
          <a:stretch>
            <a:fillRect/>
          </a:stretch>
        </p:blipFill>
        <p:spPr>
          <a:xfrm>
            <a:off x="18425264" y="376318"/>
            <a:ext cx="2726135" cy="1897631"/>
          </a:xfrm>
          <a:prstGeom prst="rect">
            <a:avLst/>
          </a:prstGeom>
        </p:spPr>
      </p:pic>
      <p:sp>
        <p:nvSpPr>
          <p:cNvPr id="6" name="テキスト ボックス 5">
            <a:extLst>
              <a:ext uri="{FF2B5EF4-FFF2-40B4-BE49-F238E27FC236}">
                <a16:creationId xmlns:a16="http://schemas.microsoft.com/office/drawing/2014/main" id="{585F4AB2-707A-EBFC-1F6F-7F5B2CBE256A}"/>
              </a:ext>
            </a:extLst>
          </p:cNvPr>
          <p:cNvSpPr txBox="1"/>
          <p:nvPr/>
        </p:nvSpPr>
        <p:spPr>
          <a:xfrm>
            <a:off x="345232" y="160274"/>
            <a:ext cx="13492483" cy="1446550"/>
          </a:xfrm>
          <a:prstGeom prst="rect">
            <a:avLst/>
          </a:prstGeom>
          <a:noFill/>
        </p:spPr>
        <p:txBody>
          <a:bodyPr wrap="square" rtlCol="0">
            <a:spAutoFit/>
          </a:bodyPr>
          <a:lstStyle/>
          <a:p>
            <a:pPr marL="0" marR="0" lvl="0" indent="0" algn="l" defTabSz="914400" rtl="0" eaLnBrk="0" fontAlgn="base" latinLnBrk="0" hangingPunct="0">
              <a:lnSpc>
                <a:spcPct val="100000"/>
              </a:lnSpc>
              <a:spcBef>
                <a:spcPct val="0"/>
              </a:spcBef>
              <a:spcAft>
                <a:spcPct val="0"/>
              </a:spcAft>
              <a:buClrTx/>
              <a:buSzTx/>
              <a:buFontTx/>
              <a:buNone/>
              <a:tabLst/>
              <a:defRPr/>
            </a:pPr>
            <a:r>
              <a:rPr kumimoji="0" lang="en-US" altLang="en-US" sz="4400" b="1" i="0" u="none" strike="noStrike" kern="1200" cap="none" spc="0" normalizeH="0" baseline="0" noProof="0" dirty="0">
                <a:ln>
                  <a:noFill/>
                </a:ln>
                <a:solidFill>
                  <a:srgbClr val="C00000"/>
                </a:solidFill>
                <a:effectLst/>
                <a:uLnTx/>
                <a:uFillTx/>
                <a:latin typeface="Arial" panose="020B0604020202020204" pitchFamily="34" charset="0"/>
                <a:ea typeface="Noto Sans" panose="020B0502040504020204" pitchFamily="34" charset="0"/>
                <a:cs typeface="Arial" panose="020B0604020202020204" pitchFamily="34" charset="0"/>
              </a:rPr>
              <a:t>Electricity Theft Detection for Smart Homes with Knowledge-Based Synthetic Attack Data</a:t>
            </a:r>
          </a:p>
        </p:txBody>
      </p:sp>
      <p:sp>
        <p:nvSpPr>
          <p:cNvPr id="7" name="テキスト ボックス 6">
            <a:extLst>
              <a:ext uri="{FF2B5EF4-FFF2-40B4-BE49-F238E27FC236}">
                <a16:creationId xmlns:a16="http://schemas.microsoft.com/office/drawing/2014/main" id="{E4CE99B7-198B-489F-3B10-60C02430FC13}"/>
              </a:ext>
            </a:extLst>
          </p:cNvPr>
          <p:cNvSpPr txBox="1"/>
          <p:nvPr/>
        </p:nvSpPr>
        <p:spPr>
          <a:xfrm>
            <a:off x="171450" y="29449461"/>
            <a:ext cx="14767673" cy="738664"/>
          </a:xfrm>
          <a:prstGeom prst="rect">
            <a:avLst/>
          </a:prstGeom>
          <a:noFill/>
        </p:spPr>
        <p:txBody>
          <a:bodyPr wrap="square" rtlCol="0">
            <a:spAutoFit/>
          </a:bodyPr>
          <a:lstStyle/>
          <a:p>
            <a:r>
              <a:rPr kumimoji="1" lang="en-US" altLang="ja-JP" sz="4200" dirty="0"/>
              <a:t>Laboratory for Cyber Resilience, NAIST </a:t>
            </a:r>
            <a:r>
              <a:rPr kumimoji="1" lang="en-US" altLang="ja-JP" sz="4200" dirty="0">
                <a:hlinkClick r:id="rId3"/>
              </a:rPr>
              <a:t>https://iplab.naist.jp</a:t>
            </a:r>
            <a:r>
              <a:rPr kumimoji="1" lang="en-US" altLang="ja-JP" sz="4200" dirty="0"/>
              <a:t> </a:t>
            </a:r>
            <a:endParaRPr kumimoji="1" lang="ja-JP" altLang="en-US" sz="4200" dirty="0"/>
          </a:p>
        </p:txBody>
      </p:sp>
      <p:sp>
        <p:nvSpPr>
          <p:cNvPr id="9" name="テキスト ボックス 8">
            <a:extLst>
              <a:ext uri="{FF2B5EF4-FFF2-40B4-BE49-F238E27FC236}">
                <a16:creationId xmlns:a16="http://schemas.microsoft.com/office/drawing/2014/main" id="{90EEEDF1-1B0C-5A5A-4E94-BE132EAB3E37}"/>
              </a:ext>
            </a:extLst>
          </p:cNvPr>
          <p:cNvSpPr txBox="1"/>
          <p:nvPr/>
        </p:nvSpPr>
        <p:spPr>
          <a:xfrm>
            <a:off x="14735854" y="29479781"/>
            <a:ext cx="6615579" cy="738664"/>
          </a:xfrm>
          <a:prstGeom prst="rect">
            <a:avLst/>
          </a:prstGeom>
          <a:noFill/>
        </p:spPr>
        <p:txBody>
          <a:bodyPr wrap="square">
            <a:spAutoFit/>
          </a:bodyPr>
          <a:lstStyle/>
          <a:p>
            <a:pPr algn="r"/>
            <a:r>
              <a:rPr kumimoji="1" lang="en-US" altLang="ja-JP" sz="4200" dirty="0"/>
              <a:t>Last Update: 2023/11/13</a:t>
            </a:r>
            <a:endParaRPr lang="ja-JP" altLang="en-US" sz="4200" dirty="0"/>
          </a:p>
        </p:txBody>
      </p:sp>
      <p:pic>
        <p:nvPicPr>
          <p:cNvPr id="18" name="図 17" descr="ロゴ が含まれている画像&#10;&#10;自動的に生成された説明">
            <a:extLst>
              <a:ext uri="{FF2B5EF4-FFF2-40B4-BE49-F238E27FC236}">
                <a16:creationId xmlns:a16="http://schemas.microsoft.com/office/drawing/2014/main" id="{37DE98CE-24CC-5593-C6FE-7B7CF3435682}"/>
              </a:ext>
            </a:extLst>
          </p:cNvPr>
          <p:cNvPicPr>
            <a:picLocks noChangeAspect="1"/>
          </p:cNvPicPr>
          <p:nvPr/>
        </p:nvPicPr>
        <p:blipFill>
          <a:blip r:embed="rId4"/>
          <a:stretch>
            <a:fillRect/>
          </a:stretch>
        </p:blipFill>
        <p:spPr>
          <a:xfrm>
            <a:off x="14448745" y="570314"/>
            <a:ext cx="3234766" cy="1666577"/>
          </a:xfrm>
          <a:prstGeom prst="rect">
            <a:avLst/>
          </a:prstGeom>
        </p:spPr>
      </p:pic>
      <p:sp>
        <p:nvSpPr>
          <p:cNvPr id="11" name="Rectangle 12">
            <a:extLst>
              <a:ext uri="{FF2B5EF4-FFF2-40B4-BE49-F238E27FC236}">
                <a16:creationId xmlns:a16="http://schemas.microsoft.com/office/drawing/2014/main" id="{065574BC-2E44-46DC-A1C1-DE3EF7379FB2}"/>
              </a:ext>
            </a:extLst>
          </p:cNvPr>
          <p:cNvSpPr>
            <a:spLocks noChangeArrowheads="1"/>
          </p:cNvSpPr>
          <p:nvPr/>
        </p:nvSpPr>
        <p:spPr bwMode="auto">
          <a:xfrm>
            <a:off x="325821" y="2202122"/>
            <a:ext cx="20924868" cy="2755344"/>
          </a:xfrm>
          <a:prstGeom prst="rect">
            <a:avLst/>
          </a:prstGeom>
          <a:noFill/>
          <a:ln w="76200">
            <a:solidFill>
              <a:srgbClr val="C4CC9E"/>
            </a:solidFill>
            <a:prstDash val="lgDash"/>
            <a:miter lim="800000"/>
            <a:headEnd/>
            <a:tailEnd/>
          </a:ln>
        </p:spPr>
        <p:txBody>
          <a:bodyPr lIns="254582" tIns="254582" rIns="254582" bIns="254582"/>
          <a:lstStyle>
            <a:lvl1pPr>
              <a:defRPr sz="2600">
                <a:solidFill>
                  <a:schemeClr val="tx1"/>
                </a:solidFill>
                <a:latin typeface="Times" panose="02020603050405020304" pitchFamily="18" charset="0"/>
                <a:ea typeface="MS PGothic" panose="020B0600070205080204" pitchFamily="34" charset="-128"/>
              </a:defRPr>
            </a:lvl1pPr>
            <a:lvl2pPr marL="742950" indent="-285750">
              <a:defRPr sz="2600">
                <a:solidFill>
                  <a:schemeClr val="tx1"/>
                </a:solidFill>
                <a:latin typeface="Times" panose="02020603050405020304" pitchFamily="18" charset="0"/>
                <a:ea typeface="MS PGothic" panose="020B0600070205080204" pitchFamily="34" charset="-128"/>
              </a:defRPr>
            </a:lvl2pPr>
            <a:lvl3pPr marL="1143000" indent="-228600">
              <a:defRPr sz="2600">
                <a:solidFill>
                  <a:schemeClr val="tx1"/>
                </a:solidFill>
                <a:latin typeface="Times" panose="02020603050405020304" pitchFamily="18" charset="0"/>
                <a:ea typeface="MS PGothic" panose="020B0600070205080204" pitchFamily="34" charset="-128"/>
              </a:defRPr>
            </a:lvl3pPr>
            <a:lvl4pPr marL="1600200" indent="-228600">
              <a:defRPr sz="2600">
                <a:solidFill>
                  <a:schemeClr val="tx1"/>
                </a:solidFill>
                <a:latin typeface="Times" panose="02020603050405020304" pitchFamily="18" charset="0"/>
                <a:ea typeface="MS PGothic" panose="020B0600070205080204" pitchFamily="34" charset="-128"/>
              </a:defRPr>
            </a:lvl4pPr>
            <a:lvl5pPr marL="2057400" indent="-228600">
              <a:defRPr sz="2600">
                <a:solidFill>
                  <a:schemeClr val="tx1"/>
                </a:solidFill>
                <a:latin typeface="Times"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600">
                <a:solidFill>
                  <a:schemeClr val="tx1"/>
                </a:solidFill>
                <a:latin typeface="Times"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600">
                <a:solidFill>
                  <a:schemeClr val="tx1"/>
                </a:solidFill>
                <a:latin typeface="Times"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600">
                <a:solidFill>
                  <a:schemeClr val="tx1"/>
                </a:solidFill>
                <a:latin typeface="Times"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600">
                <a:solidFill>
                  <a:schemeClr val="tx1"/>
                </a:solidFill>
                <a:latin typeface="Times" panose="02020603050405020304" pitchFamily="18" charset="0"/>
                <a:ea typeface="MS PGothic" panose="020B0600070205080204" pitchFamily="34" charset="-128"/>
              </a:defRPr>
            </a:lvl9pPr>
          </a:lstStyle>
          <a:p>
            <a:r>
              <a:rPr lang="en-US" altLang="en-US" sz="3600" b="1" u="sng" dirty="0">
                <a:latin typeface="Arial" panose="020B0604020202020204" pitchFamily="34" charset="0"/>
                <a:ea typeface="Noto Sans" panose="020B0502040504020204" pitchFamily="34" charset="0"/>
                <a:cs typeface="Arial" panose="020B0604020202020204" pitchFamily="34" charset="0"/>
              </a:rPr>
              <a:t>Abstract</a:t>
            </a:r>
          </a:p>
          <a:p>
            <a:pPr algn="just"/>
            <a:r>
              <a:rPr lang="en-US" altLang="en-US" sz="1800" dirty="0">
                <a:latin typeface="Arial" panose="020B0604020202020204" pitchFamily="34" charset="0"/>
                <a:ea typeface="Noto Sans" panose="020B0502040504020204" pitchFamily="34" charset="0"/>
                <a:cs typeface="Arial" panose="020B0604020202020204" pitchFamily="34" charset="0"/>
              </a:rPr>
              <a:t>Electricity thefts are conventionally manually detected by inspections, accusations, and the failure of meters. However, the recent evolution of machine learning may allow the automatic detection of electricity theft only from the patterns of meter readings. Electric consumption heavily relies on many factors, e.g., the lifestyle of the day and the weather, and thus the accuracy of detection is questioned. We propose an electricity theft detection framework for smart homes with knowledge-based synthetic attack data. This allows training of the attack classifier only from the legitimate power consumption data, </a:t>
            </a:r>
            <a:r>
              <a:rPr lang="en-US" altLang="en-US" sz="1800" dirty="0" err="1">
                <a:latin typeface="Arial" panose="020B0604020202020204" pitchFamily="34" charset="0"/>
                <a:ea typeface="Noto Sans" panose="020B0502040504020204" pitchFamily="34" charset="0"/>
                <a:cs typeface="Arial" panose="020B0604020202020204" pitchFamily="34" charset="0"/>
              </a:rPr>
              <a:t>i.e</a:t>
            </a:r>
            <a:r>
              <a:rPr lang="en-US" altLang="en-US" sz="1800" dirty="0">
                <a:latin typeface="Arial" panose="020B0604020202020204" pitchFamily="34" charset="0"/>
                <a:ea typeface="Noto Sans" panose="020B0502040504020204" pitchFamily="34" charset="0"/>
                <a:cs typeface="Arial" panose="020B0604020202020204" pitchFamily="34" charset="0"/>
              </a:rPr>
              <a:t>, without attack actions and associated labels. We identified five attack patterns as the knowledge which consisted of smart attacks and legacy attacks. We have conducted comprehensive evaluations with nine machine learning models using the Almanac of Minutely Power dataset version 2 (AMPds2) dataset fine-grained time-series data of a smart home. We found that Gradient Boosting-based algorithms achieved the best, and Random Forest performed alternatively with almost 100% accuracy for detecting and classifying legacy attacks. Some smart attacks were not detected, but those algorithms achieved good performance in detection and classification.</a:t>
            </a:r>
          </a:p>
        </p:txBody>
      </p:sp>
      <p:sp>
        <p:nvSpPr>
          <p:cNvPr id="13" name="Rectangle 12">
            <a:extLst>
              <a:ext uri="{FF2B5EF4-FFF2-40B4-BE49-F238E27FC236}">
                <a16:creationId xmlns:a16="http://schemas.microsoft.com/office/drawing/2014/main" id="{858967FB-460C-4892-834F-CD8E4DD20BB9}"/>
              </a:ext>
            </a:extLst>
          </p:cNvPr>
          <p:cNvSpPr>
            <a:spLocks noChangeArrowheads="1"/>
          </p:cNvSpPr>
          <p:nvPr/>
        </p:nvSpPr>
        <p:spPr bwMode="auto">
          <a:xfrm>
            <a:off x="334107" y="5087802"/>
            <a:ext cx="20924868" cy="5862321"/>
          </a:xfrm>
          <a:prstGeom prst="rect">
            <a:avLst/>
          </a:prstGeom>
          <a:noFill/>
          <a:ln w="76200">
            <a:solidFill>
              <a:srgbClr val="FF99CC"/>
            </a:solidFill>
            <a:prstDash val="lgDash"/>
            <a:miter lim="800000"/>
            <a:headEnd/>
            <a:tailEnd/>
          </a:ln>
        </p:spPr>
        <p:txBody>
          <a:bodyPr lIns="254582" tIns="254582" rIns="254582" bIns="254582"/>
          <a:lstStyle>
            <a:lvl1pPr>
              <a:defRPr sz="2600">
                <a:solidFill>
                  <a:schemeClr val="tx1"/>
                </a:solidFill>
                <a:latin typeface="Times" panose="02020603050405020304" pitchFamily="18" charset="0"/>
                <a:ea typeface="MS PGothic" panose="020B0600070205080204" pitchFamily="34" charset="-128"/>
              </a:defRPr>
            </a:lvl1pPr>
            <a:lvl2pPr marL="742950" indent="-285750">
              <a:defRPr sz="2600">
                <a:solidFill>
                  <a:schemeClr val="tx1"/>
                </a:solidFill>
                <a:latin typeface="Times" panose="02020603050405020304" pitchFamily="18" charset="0"/>
                <a:ea typeface="MS PGothic" panose="020B0600070205080204" pitchFamily="34" charset="-128"/>
              </a:defRPr>
            </a:lvl2pPr>
            <a:lvl3pPr marL="1143000" indent="-228600">
              <a:defRPr sz="2600">
                <a:solidFill>
                  <a:schemeClr val="tx1"/>
                </a:solidFill>
                <a:latin typeface="Times" panose="02020603050405020304" pitchFamily="18" charset="0"/>
                <a:ea typeface="MS PGothic" panose="020B0600070205080204" pitchFamily="34" charset="-128"/>
              </a:defRPr>
            </a:lvl3pPr>
            <a:lvl4pPr marL="1600200" indent="-228600">
              <a:defRPr sz="2600">
                <a:solidFill>
                  <a:schemeClr val="tx1"/>
                </a:solidFill>
                <a:latin typeface="Times" panose="02020603050405020304" pitchFamily="18" charset="0"/>
                <a:ea typeface="MS PGothic" panose="020B0600070205080204" pitchFamily="34" charset="-128"/>
              </a:defRPr>
            </a:lvl4pPr>
            <a:lvl5pPr marL="2057400" indent="-228600">
              <a:defRPr sz="2600">
                <a:solidFill>
                  <a:schemeClr val="tx1"/>
                </a:solidFill>
                <a:latin typeface="Times"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600">
                <a:solidFill>
                  <a:schemeClr val="tx1"/>
                </a:solidFill>
                <a:latin typeface="Times"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600">
                <a:solidFill>
                  <a:schemeClr val="tx1"/>
                </a:solidFill>
                <a:latin typeface="Times"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600">
                <a:solidFill>
                  <a:schemeClr val="tx1"/>
                </a:solidFill>
                <a:latin typeface="Times"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600">
                <a:solidFill>
                  <a:schemeClr val="tx1"/>
                </a:solidFill>
                <a:latin typeface="Times" panose="02020603050405020304" pitchFamily="18" charset="0"/>
                <a:ea typeface="MS PGothic" panose="020B0600070205080204" pitchFamily="34" charset="-128"/>
              </a:defRPr>
            </a:lvl9pPr>
          </a:lstStyle>
          <a:p>
            <a:r>
              <a:rPr lang="en-US" altLang="en-US" sz="3600" b="1" u="sng" dirty="0">
                <a:latin typeface="Noto Sans" panose="020B0502040504020204" pitchFamily="34" charset="0"/>
                <a:ea typeface="Noto Sans" panose="020B0502040504020204" pitchFamily="34" charset="0"/>
                <a:cs typeface="Noto Sans" panose="020B0502040504020204" pitchFamily="34" charset="0"/>
              </a:rPr>
              <a:t>Background &amp; Motivation</a:t>
            </a:r>
          </a:p>
          <a:p>
            <a:pPr>
              <a:buFont typeface="Wingdings" panose="05000000000000000000" pitchFamily="2" charset="2"/>
              <a:buChar char="q"/>
            </a:pPr>
            <a:r>
              <a:rPr lang="en-US" sz="2400" dirty="0">
                <a:cs typeface="Times" panose="02020603050405020304" pitchFamily="18" charset="0"/>
              </a:rPr>
              <a:t>Electricity Theft Attack (ETA) common all over the world</a:t>
            </a:r>
            <a:r>
              <a:rPr lang="en-US" sz="2400" baseline="30000" dirty="0">
                <a:cs typeface="Times" panose="02020603050405020304" pitchFamily="18" charset="0"/>
              </a:rPr>
              <a:t>1</a:t>
            </a:r>
          </a:p>
          <a:p>
            <a:pPr lvl="1">
              <a:buFont typeface="Wingdings" panose="05000000000000000000" pitchFamily="2" charset="2"/>
              <a:buChar char="q"/>
            </a:pPr>
            <a:r>
              <a:rPr lang="en-US" sz="2400" dirty="0">
                <a:cs typeface="Times" panose="02020603050405020304" pitchFamily="18" charset="0"/>
              </a:rPr>
              <a:t> Developing countries mostly affected</a:t>
            </a:r>
            <a:r>
              <a:rPr lang="en-US" sz="2400" baseline="30000" dirty="0">
                <a:cs typeface="Times" panose="02020603050405020304" pitchFamily="18" charset="0"/>
              </a:rPr>
              <a:t>2</a:t>
            </a:r>
          </a:p>
          <a:p>
            <a:pPr>
              <a:buFont typeface="Wingdings" panose="05000000000000000000" pitchFamily="2" charset="2"/>
              <a:buChar char="q"/>
            </a:pPr>
            <a:r>
              <a:rPr lang="en-US" sz="2400" dirty="0">
                <a:cs typeface="Times" panose="02020603050405020304" pitchFamily="18" charset="0"/>
              </a:rPr>
              <a:t> Indian loses more than 1/5</a:t>
            </a:r>
            <a:r>
              <a:rPr lang="en-US" sz="2400" baseline="30000" dirty="0">
                <a:cs typeface="Times" panose="02020603050405020304" pitchFamily="18" charset="0"/>
              </a:rPr>
              <a:t>th</a:t>
            </a:r>
            <a:r>
              <a:rPr lang="en-US" sz="2400" dirty="0">
                <a:cs typeface="Times" panose="02020603050405020304" pitchFamily="18" charset="0"/>
              </a:rPr>
              <a:t> of total electricity production to theft</a:t>
            </a:r>
            <a:r>
              <a:rPr lang="en-US" sz="2400" baseline="30000" dirty="0">
                <a:cs typeface="Times" panose="02020603050405020304" pitchFamily="18" charset="0"/>
              </a:rPr>
              <a:t>3</a:t>
            </a:r>
            <a:endParaRPr lang="en-US" sz="2400" dirty="0">
              <a:cs typeface="Times" panose="02020603050405020304" pitchFamily="18" charset="0"/>
            </a:endParaRPr>
          </a:p>
          <a:p>
            <a:pPr>
              <a:buFont typeface="Wingdings" panose="05000000000000000000" pitchFamily="2" charset="2"/>
              <a:buChar char="q"/>
            </a:pPr>
            <a:r>
              <a:rPr lang="en-US" sz="2400" dirty="0">
                <a:cs typeface="Times" panose="02020603050405020304" pitchFamily="18" charset="0"/>
              </a:rPr>
              <a:t> ETA detected by regular inspection of power meters</a:t>
            </a:r>
            <a:r>
              <a:rPr lang="en-US" sz="2400" baseline="30000" dirty="0">
                <a:cs typeface="Times" panose="02020603050405020304" pitchFamily="18" charset="0"/>
              </a:rPr>
              <a:t>4</a:t>
            </a:r>
            <a:endParaRPr lang="en-US" sz="2400" dirty="0">
              <a:cs typeface="Times" panose="02020603050405020304" pitchFamily="18" charset="0"/>
            </a:endParaRPr>
          </a:p>
          <a:p>
            <a:pPr marL="0" indent="0">
              <a:buNone/>
            </a:pPr>
            <a:endParaRPr lang="en-US" sz="2400" baseline="30000" dirty="0">
              <a:cs typeface="Times" panose="02020603050405020304" pitchFamily="18" charset="0"/>
            </a:endParaRPr>
          </a:p>
          <a:p>
            <a:pPr>
              <a:buFont typeface="Wingdings" panose="05000000000000000000" pitchFamily="2" charset="2"/>
              <a:buChar char="q"/>
            </a:pPr>
            <a:r>
              <a:rPr lang="en-US" sz="2400" dirty="0">
                <a:cs typeface="Times" panose="02020603050405020304" pitchFamily="18" charset="0"/>
              </a:rPr>
              <a:t> Method too dependent on human and still have difficulties in finding </a:t>
            </a:r>
          </a:p>
          <a:p>
            <a:r>
              <a:rPr lang="en-US" sz="2400" dirty="0">
                <a:cs typeface="Times" panose="02020603050405020304" pitchFamily="18" charset="0"/>
              </a:rPr>
              <a:t>electricity thefts because of complexity of power systems</a:t>
            </a:r>
          </a:p>
        </p:txBody>
      </p:sp>
      <p:grpSp>
        <p:nvGrpSpPr>
          <p:cNvPr id="14" name="Group 13">
            <a:extLst>
              <a:ext uri="{FF2B5EF4-FFF2-40B4-BE49-F238E27FC236}">
                <a16:creationId xmlns:a16="http://schemas.microsoft.com/office/drawing/2014/main" id="{3F863520-177F-49AB-AC10-03F9E687D056}"/>
              </a:ext>
            </a:extLst>
          </p:cNvPr>
          <p:cNvGrpSpPr/>
          <p:nvPr/>
        </p:nvGrpSpPr>
        <p:grpSpPr>
          <a:xfrm>
            <a:off x="11036505" y="5176196"/>
            <a:ext cx="9166296" cy="2400770"/>
            <a:chOff x="5401733" y="1117599"/>
            <a:chExt cx="6790267" cy="3119121"/>
          </a:xfrm>
        </p:grpSpPr>
        <p:pic>
          <p:nvPicPr>
            <p:cNvPr id="15" name="Picture 14">
              <a:extLst>
                <a:ext uri="{FF2B5EF4-FFF2-40B4-BE49-F238E27FC236}">
                  <a16:creationId xmlns:a16="http://schemas.microsoft.com/office/drawing/2014/main" id="{D4002D5C-4B37-41D4-8E40-C5D86030CA5C}"/>
                </a:ext>
              </a:extLst>
            </p:cNvPr>
            <p:cNvPicPr>
              <a:picLocks noChangeAspect="1"/>
            </p:cNvPicPr>
            <p:nvPr/>
          </p:nvPicPr>
          <p:blipFill>
            <a:blip r:embed="rId5"/>
            <a:stretch>
              <a:fillRect/>
            </a:stretch>
          </p:blipFill>
          <p:spPr>
            <a:xfrm>
              <a:off x="5401733" y="1439435"/>
              <a:ext cx="6492732" cy="2475448"/>
            </a:xfrm>
            <a:prstGeom prst="rect">
              <a:avLst/>
            </a:prstGeom>
          </p:spPr>
        </p:pic>
        <p:sp>
          <p:nvSpPr>
            <p:cNvPr id="16" name="Oval 15">
              <a:extLst>
                <a:ext uri="{FF2B5EF4-FFF2-40B4-BE49-F238E27FC236}">
                  <a16:creationId xmlns:a16="http://schemas.microsoft.com/office/drawing/2014/main" id="{19D02963-0107-40C1-924F-948A4DC17E44}"/>
                </a:ext>
              </a:extLst>
            </p:cNvPr>
            <p:cNvSpPr/>
            <p:nvPr/>
          </p:nvSpPr>
          <p:spPr>
            <a:xfrm>
              <a:off x="8948268" y="1117599"/>
              <a:ext cx="3243732" cy="3119121"/>
            </a:xfrm>
            <a:prstGeom prst="ellipse">
              <a:avLst/>
            </a:prstGeom>
            <a:no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grpSp>
        <p:nvGrpSpPr>
          <p:cNvPr id="17" name="Group 16">
            <a:extLst>
              <a:ext uri="{FF2B5EF4-FFF2-40B4-BE49-F238E27FC236}">
                <a16:creationId xmlns:a16="http://schemas.microsoft.com/office/drawing/2014/main" id="{B3242FAE-EC07-4E08-9B57-DBE8BE7E995E}"/>
              </a:ext>
            </a:extLst>
          </p:cNvPr>
          <p:cNvGrpSpPr/>
          <p:nvPr/>
        </p:nvGrpSpPr>
        <p:grpSpPr>
          <a:xfrm>
            <a:off x="9585818" y="7465312"/>
            <a:ext cx="12013709" cy="3208789"/>
            <a:chOff x="1919206" y="-1545624"/>
            <a:chExt cx="11634916" cy="6509936"/>
          </a:xfrm>
        </p:grpSpPr>
        <p:grpSp>
          <p:nvGrpSpPr>
            <p:cNvPr id="21" name="Group 20">
              <a:extLst>
                <a:ext uri="{FF2B5EF4-FFF2-40B4-BE49-F238E27FC236}">
                  <a16:creationId xmlns:a16="http://schemas.microsoft.com/office/drawing/2014/main" id="{3E49C967-7624-4773-9028-09FE52481D2A}"/>
                </a:ext>
              </a:extLst>
            </p:cNvPr>
            <p:cNvGrpSpPr/>
            <p:nvPr/>
          </p:nvGrpSpPr>
          <p:grpSpPr>
            <a:xfrm>
              <a:off x="2315386" y="-688253"/>
              <a:ext cx="5220573" cy="2733462"/>
              <a:chOff x="2498558" y="-798292"/>
              <a:chExt cx="5381130" cy="2900979"/>
            </a:xfrm>
          </p:grpSpPr>
          <p:pic>
            <p:nvPicPr>
              <p:cNvPr id="29" name="Picture 28" descr="Chart, bar chart&#10;&#10;Description automatically generated">
                <a:extLst>
                  <a:ext uri="{FF2B5EF4-FFF2-40B4-BE49-F238E27FC236}">
                    <a16:creationId xmlns:a16="http://schemas.microsoft.com/office/drawing/2014/main" id="{CEA57F2C-7621-4224-AC7B-1F85710D6533}"/>
                  </a:ext>
                </a:extLst>
              </p:cNvPr>
              <p:cNvPicPr>
                <a:picLocks noChangeAspect="1"/>
              </p:cNvPicPr>
              <p:nvPr/>
            </p:nvPicPr>
            <p:blipFill>
              <a:blip r:embed="rId6"/>
              <a:stretch>
                <a:fillRect/>
              </a:stretch>
            </p:blipFill>
            <p:spPr>
              <a:xfrm>
                <a:off x="2498558" y="-798292"/>
                <a:ext cx="5283592" cy="2841624"/>
              </a:xfrm>
              <a:prstGeom prst="rect">
                <a:avLst/>
              </a:prstGeom>
            </p:spPr>
          </p:pic>
          <p:sp>
            <p:nvSpPr>
              <p:cNvPr id="30" name="TextBox 29">
                <a:extLst>
                  <a:ext uri="{FF2B5EF4-FFF2-40B4-BE49-F238E27FC236}">
                    <a16:creationId xmlns:a16="http://schemas.microsoft.com/office/drawing/2014/main" id="{B80AFF19-416D-4D5D-B7C4-64B8E5730A07}"/>
                  </a:ext>
                </a:extLst>
              </p:cNvPr>
              <p:cNvSpPr txBox="1"/>
              <p:nvPr/>
            </p:nvSpPr>
            <p:spPr>
              <a:xfrm>
                <a:off x="2570497" y="1794910"/>
                <a:ext cx="5309191" cy="307777"/>
              </a:xfrm>
              <a:prstGeom prst="rect">
                <a:avLst/>
              </a:prstGeom>
              <a:noFill/>
            </p:spPr>
            <p:txBody>
              <a:bodyPr wrap="square" rtlCol="0">
                <a:spAutoFit/>
              </a:bodyPr>
              <a:lstStyle/>
              <a:p>
                <a:r>
                  <a:rPr lang="en-JP" dirty="0"/>
                  <a:t>Readings of normal usage of Smart Meter</a:t>
                </a:r>
              </a:p>
            </p:txBody>
          </p:sp>
        </p:grpSp>
        <p:grpSp>
          <p:nvGrpSpPr>
            <p:cNvPr id="22" name="Group 21">
              <a:extLst>
                <a:ext uri="{FF2B5EF4-FFF2-40B4-BE49-F238E27FC236}">
                  <a16:creationId xmlns:a16="http://schemas.microsoft.com/office/drawing/2014/main" id="{156FDA3D-67D4-4D45-AF6E-532EA91836B6}"/>
                </a:ext>
              </a:extLst>
            </p:cNvPr>
            <p:cNvGrpSpPr/>
            <p:nvPr/>
          </p:nvGrpSpPr>
          <p:grpSpPr>
            <a:xfrm>
              <a:off x="7556958" y="-714140"/>
              <a:ext cx="5797124" cy="2851703"/>
              <a:chOff x="8576425" y="-1021071"/>
              <a:chExt cx="5797124" cy="3124744"/>
            </a:xfrm>
          </p:grpSpPr>
          <p:pic>
            <p:nvPicPr>
              <p:cNvPr id="27" name="Picture 26" descr="Diagram&#10;&#10;Description automatically generated">
                <a:extLst>
                  <a:ext uri="{FF2B5EF4-FFF2-40B4-BE49-F238E27FC236}">
                    <a16:creationId xmlns:a16="http://schemas.microsoft.com/office/drawing/2014/main" id="{11DF46CD-BB3C-4AB6-ADF7-950B491BA1D9}"/>
                  </a:ext>
                </a:extLst>
              </p:cNvPr>
              <p:cNvPicPr>
                <a:picLocks noChangeAspect="1"/>
              </p:cNvPicPr>
              <p:nvPr/>
            </p:nvPicPr>
            <p:blipFill>
              <a:blip r:embed="rId7"/>
              <a:stretch>
                <a:fillRect/>
              </a:stretch>
            </p:blipFill>
            <p:spPr>
              <a:xfrm>
                <a:off x="8576425" y="-1021071"/>
                <a:ext cx="5473705" cy="3124744"/>
              </a:xfrm>
              <a:prstGeom prst="rect">
                <a:avLst/>
              </a:prstGeom>
            </p:spPr>
          </p:pic>
          <p:sp>
            <p:nvSpPr>
              <p:cNvPr id="28" name="TextBox 27">
                <a:extLst>
                  <a:ext uri="{FF2B5EF4-FFF2-40B4-BE49-F238E27FC236}">
                    <a16:creationId xmlns:a16="http://schemas.microsoft.com/office/drawing/2014/main" id="{4FE5E85B-0C41-4579-8829-9643EC2EC611}"/>
                  </a:ext>
                </a:extLst>
              </p:cNvPr>
              <p:cNvSpPr txBox="1"/>
              <p:nvPr/>
            </p:nvSpPr>
            <p:spPr>
              <a:xfrm>
                <a:off x="9672629" y="1697347"/>
                <a:ext cx="4700920" cy="307776"/>
              </a:xfrm>
              <a:prstGeom prst="rect">
                <a:avLst/>
              </a:prstGeom>
              <a:noFill/>
            </p:spPr>
            <p:txBody>
              <a:bodyPr wrap="square" rtlCol="0">
                <a:spAutoFit/>
              </a:bodyPr>
              <a:lstStyle/>
              <a:p>
                <a:r>
                  <a:rPr lang="en-JP" dirty="0"/>
                  <a:t>Additive attack motivation</a:t>
                </a:r>
              </a:p>
            </p:txBody>
          </p:sp>
        </p:grpSp>
        <p:grpSp>
          <p:nvGrpSpPr>
            <p:cNvPr id="23" name="Group 22">
              <a:extLst>
                <a:ext uri="{FF2B5EF4-FFF2-40B4-BE49-F238E27FC236}">
                  <a16:creationId xmlns:a16="http://schemas.microsoft.com/office/drawing/2014/main" id="{C2B83123-A11E-4457-8627-17160C0983CD}"/>
                </a:ext>
              </a:extLst>
            </p:cNvPr>
            <p:cNvGrpSpPr/>
            <p:nvPr/>
          </p:nvGrpSpPr>
          <p:grpSpPr>
            <a:xfrm>
              <a:off x="4578794" y="2480106"/>
              <a:ext cx="6315739" cy="2484206"/>
              <a:chOff x="5031728" y="2537371"/>
              <a:chExt cx="6315739" cy="2515132"/>
            </a:xfrm>
          </p:grpSpPr>
          <p:pic>
            <p:nvPicPr>
              <p:cNvPr id="25" name="Picture 24" descr="A picture containing graphical user interface&#10;&#10;Description automatically generated">
                <a:extLst>
                  <a:ext uri="{FF2B5EF4-FFF2-40B4-BE49-F238E27FC236}">
                    <a16:creationId xmlns:a16="http://schemas.microsoft.com/office/drawing/2014/main" id="{AE08F17D-20B9-4D37-9593-B2A9B485E8F5}"/>
                  </a:ext>
                </a:extLst>
              </p:cNvPr>
              <p:cNvPicPr>
                <a:picLocks noChangeAspect="1"/>
              </p:cNvPicPr>
              <p:nvPr/>
            </p:nvPicPr>
            <p:blipFill>
              <a:blip r:embed="rId8"/>
              <a:stretch>
                <a:fillRect/>
              </a:stretch>
            </p:blipFill>
            <p:spPr>
              <a:xfrm>
                <a:off x="5031728" y="2537371"/>
                <a:ext cx="6315739" cy="1971085"/>
              </a:xfrm>
              <a:prstGeom prst="rect">
                <a:avLst/>
              </a:prstGeom>
            </p:spPr>
          </p:pic>
          <p:sp>
            <p:nvSpPr>
              <p:cNvPr id="26" name="Rectangle 25">
                <a:extLst>
                  <a:ext uri="{FF2B5EF4-FFF2-40B4-BE49-F238E27FC236}">
                    <a16:creationId xmlns:a16="http://schemas.microsoft.com/office/drawing/2014/main" id="{5117B816-4BA2-4D85-ABC6-EE01798A10FF}"/>
                  </a:ext>
                </a:extLst>
              </p:cNvPr>
              <p:cNvSpPr/>
              <p:nvPr/>
            </p:nvSpPr>
            <p:spPr>
              <a:xfrm>
                <a:off x="5314833" y="4402790"/>
                <a:ext cx="4391233" cy="649713"/>
              </a:xfrm>
              <a:prstGeom prst="rect">
                <a:avLst/>
              </a:prstGeom>
            </p:spPr>
            <p:txBody>
              <a:bodyPr wrap="none">
                <a:spAutoFit/>
              </a:bodyPr>
              <a:lstStyle/>
              <a:p>
                <a:r>
                  <a:rPr lang="en-US" sz="2000" dirty="0"/>
                  <a:t>Readings of normal usage after additive attack</a:t>
                </a:r>
                <a:endParaRPr lang="en-JP" sz="2000" dirty="0"/>
              </a:p>
            </p:txBody>
          </p:sp>
        </p:grpSp>
        <p:sp>
          <p:nvSpPr>
            <p:cNvPr id="24" name="Rectangle 23">
              <a:extLst>
                <a:ext uri="{FF2B5EF4-FFF2-40B4-BE49-F238E27FC236}">
                  <a16:creationId xmlns:a16="http://schemas.microsoft.com/office/drawing/2014/main" id="{DAC9E3C0-327B-4BB0-B9AE-8D047BDF680D}"/>
                </a:ext>
              </a:extLst>
            </p:cNvPr>
            <p:cNvSpPr/>
            <p:nvPr/>
          </p:nvSpPr>
          <p:spPr>
            <a:xfrm>
              <a:off x="1919206" y="-1545624"/>
              <a:ext cx="11634916" cy="461664"/>
            </a:xfrm>
            <a:prstGeom prst="rect">
              <a:avLst/>
            </a:prstGeom>
          </p:spPr>
          <p:txBody>
            <a:bodyPr wrap="none">
              <a:spAutoFit/>
            </a:bodyPr>
            <a:lstStyle/>
            <a:p>
              <a:r>
                <a:rPr lang="en-US" sz="2400" dirty="0"/>
                <a:t>TAXONOMY OF ADDITIVE AND DEDUCTIVE ATTACK ON SMART METER DATA</a:t>
              </a:r>
            </a:p>
          </p:txBody>
        </p:sp>
      </p:grpSp>
      <p:sp>
        <p:nvSpPr>
          <p:cNvPr id="31" name="TextBox 30">
            <a:extLst>
              <a:ext uri="{FF2B5EF4-FFF2-40B4-BE49-F238E27FC236}">
                <a16:creationId xmlns:a16="http://schemas.microsoft.com/office/drawing/2014/main" id="{96C6501D-EE79-4B0E-9538-734CCAAE2DD0}"/>
              </a:ext>
            </a:extLst>
          </p:cNvPr>
          <p:cNvSpPr txBox="1"/>
          <p:nvPr/>
        </p:nvSpPr>
        <p:spPr>
          <a:xfrm>
            <a:off x="364147" y="8344595"/>
            <a:ext cx="6840760" cy="2077492"/>
          </a:xfrm>
          <a:prstGeom prst="rect">
            <a:avLst/>
          </a:prstGeom>
          <a:noFill/>
        </p:spPr>
        <p:txBody>
          <a:bodyPr wrap="square">
            <a:spAutoFit/>
          </a:bodyPr>
          <a:lstStyle/>
          <a:p>
            <a:pPr marL="457200" indent="-457200">
              <a:buFont typeface="Wingdings" panose="05000000000000000000" pitchFamily="2" charset="2"/>
              <a:buChar char="q"/>
            </a:pPr>
            <a:r>
              <a:rPr lang="en-US" sz="2400" dirty="0">
                <a:latin typeface="Times" panose="02020603050405020304" pitchFamily="18" charset="0"/>
                <a:cs typeface="Times" panose="02020603050405020304" pitchFamily="18" charset="0"/>
              </a:rPr>
              <a:t>Data manipulation</a:t>
            </a:r>
          </a:p>
          <a:p>
            <a:pPr marL="0" indent="0">
              <a:buNone/>
            </a:pPr>
            <a:endParaRPr lang="en-US" sz="1100" dirty="0">
              <a:latin typeface="Times" panose="02020603050405020304" pitchFamily="18" charset="0"/>
              <a:cs typeface="Times" panose="02020603050405020304" pitchFamily="18" charset="0"/>
            </a:endParaRPr>
          </a:p>
          <a:p>
            <a:pPr marL="457200" indent="-457200">
              <a:buFont typeface="Wingdings" panose="05000000000000000000" pitchFamily="2" charset="2"/>
              <a:buChar char="q"/>
            </a:pPr>
            <a:r>
              <a:rPr lang="en-US" sz="2400" dirty="0">
                <a:latin typeface="Times" panose="02020603050405020304" pitchFamily="18" charset="0"/>
                <a:cs typeface="Times" panose="02020603050405020304" pitchFamily="18" charset="0"/>
              </a:rPr>
              <a:t>FAI</a:t>
            </a:r>
            <a:r>
              <a:rPr lang="en-US" sz="2400" baseline="30000" dirty="0">
                <a:latin typeface="Times" panose="02020603050405020304" pitchFamily="18" charset="0"/>
                <a:cs typeface="Times" panose="02020603050405020304" pitchFamily="18" charset="0"/>
              </a:rPr>
              <a:t>1</a:t>
            </a:r>
            <a:r>
              <a:rPr lang="en-US" sz="2400" dirty="0">
                <a:latin typeface="Times" panose="02020603050405020304" pitchFamily="18" charset="0"/>
                <a:cs typeface="Times" panose="02020603050405020304" pitchFamily="18" charset="0"/>
              </a:rPr>
              <a:t> in SM</a:t>
            </a:r>
            <a:r>
              <a:rPr lang="en-US" sz="2400" baseline="30000" dirty="0">
                <a:latin typeface="Times" panose="02020603050405020304" pitchFamily="18" charset="0"/>
                <a:cs typeface="Times" panose="02020603050405020304" pitchFamily="18" charset="0"/>
              </a:rPr>
              <a:t>2</a:t>
            </a:r>
            <a:r>
              <a:rPr lang="en-US" sz="2400" dirty="0">
                <a:latin typeface="Times" panose="02020603050405020304" pitchFamily="18" charset="0"/>
                <a:cs typeface="Times" panose="02020603050405020304" pitchFamily="18" charset="0"/>
              </a:rPr>
              <a:t> home network</a:t>
            </a:r>
          </a:p>
          <a:p>
            <a:pPr marL="0" indent="0">
              <a:buNone/>
            </a:pPr>
            <a:endParaRPr lang="en-US" sz="1100" dirty="0">
              <a:latin typeface="Times" panose="02020603050405020304" pitchFamily="18" charset="0"/>
              <a:cs typeface="Times" panose="02020603050405020304" pitchFamily="18" charset="0"/>
            </a:endParaRPr>
          </a:p>
          <a:p>
            <a:pPr marL="457200" indent="-457200">
              <a:buFont typeface="Wingdings" panose="05000000000000000000" pitchFamily="2" charset="2"/>
              <a:buChar char="q"/>
            </a:pPr>
            <a:r>
              <a:rPr lang="en-US" sz="2400" dirty="0">
                <a:latin typeface="Times" panose="02020603050405020304" pitchFamily="18" charset="0"/>
                <a:cs typeface="Times" panose="02020603050405020304" pitchFamily="18" charset="0"/>
              </a:rPr>
              <a:t>Securing transactions (AMI)</a:t>
            </a:r>
            <a:r>
              <a:rPr lang="en-US" sz="2400" baseline="30000" dirty="0">
                <a:latin typeface="Times" panose="02020603050405020304" pitchFamily="18" charset="0"/>
                <a:cs typeface="Times" panose="02020603050405020304" pitchFamily="18" charset="0"/>
              </a:rPr>
              <a:t>3</a:t>
            </a:r>
          </a:p>
          <a:p>
            <a:pPr marL="0" indent="0">
              <a:buNone/>
            </a:pPr>
            <a:endParaRPr lang="en-US" sz="1100" dirty="0">
              <a:latin typeface="Times" panose="02020603050405020304" pitchFamily="18" charset="0"/>
              <a:cs typeface="Times" panose="02020603050405020304" pitchFamily="18" charset="0"/>
            </a:endParaRPr>
          </a:p>
          <a:p>
            <a:pPr marL="457200" indent="-457200">
              <a:buFont typeface="Wingdings" panose="05000000000000000000" pitchFamily="2" charset="2"/>
              <a:buChar char="q"/>
            </a:pPr>
            <a:r>
              <a:rPr lang="en-US" sz="2400" dirty="0">
                <a:latin typeface="Times" panose="02020603050405020304" pitchFamily="18" charset="0"/>
                <a:cs typeface="Times" panose="02020603050405020304" pitchFamily="18" charset="0"/>
              </a:rPr>
              <a:t>Energy theft detection at the appliance level</a:t>
            </a:r>
          </a:p>
        </p:txBody>
      </p:sp>
      <p:sp>
        <p:nvSpPr>
          <p:cNvPr id="32" name="TextBox 31">
            <a:extLst>
              <a:ext uri="{FF2B5EF4-FFF2-40B4-BE49-F238E27FC236}">
                <a16:creationId xmlns:a16="http://schemas.microsoft.com/office/drawing/2014/main" id="{82F33FA6-D84A-451D-AB96-5E59830B8F5B}"/>
              </a:ext>
            </a:extLst>
          </p:cNvPr>
          <p:cNvSpPr txBox="1"/>
          <p:nvPr/>
        </p:nvSpPr>
        <p:spPr>
          <a:xfrm>
            <a:off x="349919" y="10496466"/>
            <a:ext cx="11081115" cy="400110"/>
          </a:xfrm>
          <a:prstGeom prst="rect">
            <a:avLst/>
          </a:prstGeom>
          <a:noFill/>
        </p:spPr>
        <p:txBody>
          <a:bodyPr wrap="square">
            <a:spAutoFit/>
          </a:bodyPr>
          <a:lstStyle/>
          <a:p>
            <a:pPr>
              <a:defRPr/>
            </a:pPr>
            <a:r>
              <a:rPr lang="en-US" sz="1000" dirty="0">
                <a:solidFill>
                  <a:prstClr val="black"/>
                </a:solidFill>
                <a:latin typeface="Gill Sans MT" panose="020B0502020104020203"/>
                <a:ea typeface="ＭＳ Ｐゴシック"/>
                <a:hlinkClick r:id="rId9">
                  <a:extLst>
                    <a:ext uri="{A12FA001-AC4F-418D-AE19-62706E023703}">
                      <ahyp:hlinkClr xmlns:ahyp="http://schemas.microsoft.com/office/drawing/2018/hyperlinkcolor" val="tx"/>
                    </a:ext>
                  </a:extLst>
                </a:hlinkClick>
              </a:rPr>
              <a:t>https://www.spglobal.com/marketintelligence/en/news-insights/trending/abhemb-9pog6vtjy1i8iia</a:t>
            </a:r>
            <a:r>
              <a:rPr lang="en-US" sz="1000" baseline="30000" dirty="0">
                <a:solidFill>
                  <a:prstClr val="black"/>
                </a:solidFill>
                <a:latin typeface="Gill Sans MT" panose="020B0502020104020203"/>
                <a:ea typeface="ＭＳ Ｐゴシック"/>
                <a:hlinkClick r:id="rId9">
                  <a:extLst>
                    <a:ext uri="{A12FA001-AC4F-418D-AE19-62706E023703}">
                      <ahyp:hlinkClr xmlns:ahyp="http://schemas.microsoft.com/office/drawing/2018/hyperlinkcolor" val="tx"/>
                    </a:ext>
                  </a:extLst>
                </a:hlinkClick>
              </a:rPr>
              <a:t>1</a:t>
            </a:r>
            <a:r>
              <a:rPr lang="en-US" sz="1000" dirty="0">
                <a:solidFill>
                  <a:prstClr val="black"/>
                </a:solidFill>
                <a:latin typeface="Gill Sans MT" panose="020B0502020104020203"/>
                <a:ea typeface="ＭＳ Ｐゴシック"/>
              </a:rPr>
              <a:t>, </a:t>
            </a:r>
            <a:r>
              <a:rPr lang="en-US" sz="1000" dirty="0">
                <a:solidFill>
                  <a:prstClr val="black"/>
                </a:solidFill>
                <a:latin typeface="Gill Sans MT" panose="020B0502020104020203"/>
                <a:ea typeface="ＭＳ Ｐゴシック"/>
                <a:hlinkClick r:id="rId10">
                  <a:extLst>
                    <a:ext uri="{A12FA001-AC4F-418D-AE19-62706E023703}">
                      <ahyp:hlinkClr xmlns:ahyp="http://schemas.microsoft.com/office/drawing/2018/hyperlinkcolor" val="tx"/>
                    </a:ext>
                  </a:extLst>
                </a:hlinkClick>
              </a:rPr>
              <a:t>https://www.prnewswire.com/news-releases/96-billion-is-lost-every-year-to-electricity-theft-300453411.html</a:t>
            </a:r>
            <a:r>
              <a:rPr lang="en-US" sz="1000" baseline="30000" dirty="0">
                <a:solidFill>
                  <a:prstClr val="black"/>
                </a:solidFill>
                <a:latin typeface="Gill Sans MT" panose="020B0502020104020203"/>
                <a:ea typeface="ＭＳ Ｐゴシック"/>
              </a:rPr>
              <a:t>1</a:t>
            </a:r>
          </a:p>
          <a:p>
            <a:pPr>
              <a:defRPr/>
            </a:pPr>
            <a:r>
              <a:rPr lang="en-US" sz="1000" dirty="0">
                <a:solidFill>
                  <a:prstClr val="black"/>
                </a:solidFill>
                <a:latin typeface="Gill Sans MT" panose="020B0502020104020203"/>
                <a:ea typeface="ＭＳ Ｐゴシック"/>
              </a:rPr>
              <a:t>https://epower.com/news/world-loses-89-3-billion-annually-to-electricity-theft/#</a:t>
            </a:r>
            <a:r>
              <a:rPr lang="en-US" sz="1000" baseline="30000" dirty="0">
                <a:solidFill>
                  <a:prstClr val="black"/>
                </a:solidFill>
                <a:latin typeface="Gill Sans MT" panose="020B0502020104020203"/>
                <a:ea typeface="ＭＳ Ｐゴシック"/>
              </a:rPr>
              <a:t>2</a:t>
            </a:r>
          </a:p>
        </p:txBody>
      </p:sp>
      <p:sp>
        <p:nvSpPr>
          <p:cNvPr id="40" name="Rectangle 12">
            <a:extLst>
              <a:ext uri="{FF2B5EF4-FFF2-40B4-BE49-F238E27FC236}">
                <a16:creationId xmlns:a16="http://schemas.microsoft.com/office/drawing/2014/main" id="{DE25F0B7-A935-4AE4-9F00-443209090B4A}"/>
              </a:ext>
            </a:extLst>
          </p:cNvPr>
          <p:cNvSpPr>
            <a:spLocks noChangeArrowheads="1"/>
          </p:cNvSpPr>
          <p:nvPr/>
        </p:nvSpPr>
        <p:spPr bwMode="auto">
          <a:xfrm>
            <a:off x="345232" y="21861572"/>
            <a:ext cx="20964829" cy="7572830"/>
          </a:xfrm>
          <a:prstGeom prst="rect">
            <a:avLst/>
          </a:prstGeom>
          <a:noFill/>
          <a:ln w="76200">
            <a:solidFill>
              <a:srgbClr val="66FF66"/>
            </a:solidFill>
            <a:prstDash val="lgDash"/>
            <a:miter lim="800000"/>
            <a:headEnd/>
            <a:tailEnd/>
          </a:ln>
        </p:spPr>
        <p:txBody>
          <a:bodyPr lIns="254582" tIns="254582" rIns="254582" bIns="254582"/>
          <a:lstStyle>
            <a:lvl1pPr>
              <a:defRPr sz="2600">
                <a:solidFill>
                  <a:schemeClr val="tx1"/>
                </a:solidFill>
                <a:latin typeface="Times" panose="02020603050405020304" pitchFamily="18" charset="0"/>
                <a:ea typeface="MS PGothic" panose="020B0600070205080204" pitchFamily="34" charset="-128"/>
              </a:defRPr>
            </a:lvl1pPr>
            <a:lvl2pPr marL="742950" indent="-285750">
              <a:defRPr sz="2600">
                <a:solidFill>
                  <a:schemeClr val="tx1"/>
                </a:solidFill>
                <a:latin typeface="Times" panose="02020603050405020304" pitchFamily="18" charset="0"/>
                <a:ea typeface="MS PGothic" panose="020B0600070205080204" pitchFamily="34" charset="-128"/>
              </a:defRPr>
            </a:lvl2pPr>
            <a:lvl3pPr marL="1143000" indent="-228600">
              <a:defRPr sz="2600">
                <a:solidFill>
                  <a:schemeClr val="tx1"/>
                </a:solidFill>
                <a:latin typeface="Times" panose="02020603050405020304" pitchFamily="18" charset="0"/>
                <a:ea typeface="MS PGothic" panose="020B0600070205080204" pitchFamily="34" charset="-128"/>
              </a:defRPr>
            </a:lvl3pPr>
            <a:lvl4pPr marL="1600200" indent="-228600">
              <a:defRPr sz="2600">
                <a:solidFill>
                  <a:schemeClr val="tx1"/>
                </a:solidFill>
                <a:latin typeface="Times" panose="02020603050405020304" pitchFamily="18" charset="0"/>
                <a:ea typeface="MS PGothic" panose="020B0600070205080204" pitchFamily="34" charset="-128"/>
              </a:defRPr>
            </a:lvl4pPr>
            <a:lvl5pPr marL="2057400" indent="-228600">
              <a:defRPr sz="2600">
                <a:solidFill>
                  <a:schemeClr val="tx1"/>
                </a:solidFill>
                <a:latin typeface="Times"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600">
                <a:solidFill>
                  <a:schemeClr val="tx1"/>
                </a:solidFill>
                <a:latin typeface="Times"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600">
                <a:solidFill>
                  <a:schemeClr val="tx1"/>
                </a:solidFill>
                <a:latin typeface="Times"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600">
                <a:solidFill>
                  <a:schemeClr val="tx1"/>
                </a:solidFill>
                <a:latin typeface="Times"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600">
                <a:solidFill>
                  <a:schemeClr val="tx1"/>
                </a:solidFill>
                <a:latin typeface="Times" panose="02020603050405020304" pitchFamily="18" charset="0"/>
                <a:ea typeface="MS PGothic" panose="020B0600070205080204" pitchFamily="34" charset="-128"/>
              </a:defRPr>
            </a:lvl9pPr>
          </a:lstStyle>
          <a:p>
            <a:r>
              <a:rPr lang="en-US" altLang="en-US" sz="3600" b="1" u="sng" dirty="0">
                <a:latin typeface="Noto Sans" panose="020B0502040504020204" pitchFamily="34" charset="0"/>
                <a:ea typeface="Noto Sans" panose="020B0502040504020204" pitchFamily="34" charset="0"/>
                <a:cs typeface="Noto Sans" panose="020B0502040504020204" pitchFamily="34" charset="0"/>
              </a:rPr>
              <a:t>RESULTS</a:t>
            </a:r>
          </a:p>
          <a:p>
            <a:pPr marL="606220" indent="-606220" algn="just">
              <a:buFont typeface="Wingdings" panose="05000000000000000000" pitchFamily="2" charset="2"/>
              <a:buChar char="§"/>
            </a:pPr>
            <a:endParaRPr lang="en-US" altLang="en-US" sz="3395" dirty="0">
              <a:latin typeface="Noto Sans" panose="020B0502040504020204" pitchFamily="34" charset="0"/>
              <a:ea typeface="Noto Sans" panose="020B0502040504020204" pitchFamily="34" charset="0"/>
              <a:cs typeface="Noto Sans" panose="020B0502040504020204" pitchFamily="34" charset="0"/>
            </a:endParaRPr>
          </a:p>
        </p:txBody>
      </p:sp>
      <p:grpSp>
        <p:nvGrpSpPr>
          <p:cNvPr id="41" name="Group 40">
            <a:extLst>
              <a:ext uri="{FF2B5EF4-FFF2-40B4-BE49-F238E27FC236}">
                <a16:creationId xmlns:a16="http://schemas.microsoft.com/office/drawing/2014/main" id="{5F695C7A-17AC-4A05-899F-7E720DFD23AA}"/>
              </a:ext>
            </a:extLst>
          </p:cNvPr>
          <p:cNvGrpSpPr/>
          <p:nvPr/>
        </p:nvGrpSpPr>
        <p:grpSpPr>
          <a:xfrm>
            <a:off x="326703" y="21956864"/>
            <a:ext cx="11327453" cy="4210216"/>
            <a:chOff x="869087" y="16662545"/>
            <a:chExt cx="10497982" cy="6950135"/>
          </a:xfrm>
        </p:grpSpPr>
        <p:sp>
          <p:nvSpPr>
            <p:cNvPr id="42" name="Title 1">
              <a:extLst>
                <a:ext uri="{FF2B5EF4-FFF2-40B4-BE49-F238E27FC236}">
                  <a16:creationId xmlns:a16="http://schemas.microsoft.com/office/drawing/2014/main" id="{B81ACBD1-300F-408E-941F-B6252D9C96DE}"/>
                </a:ext>
              </a:extLst>
            </p:cNvPr>
            <p:cNvSpPr txBox="1">
              <a:spLocks/>
            </p:cNvSpPr>
            <p:nvPr/>
          </p:nvSpPr>
          <p:spPr>
            <a:xfrm>
              <a:off x="869087" y="17879642"/>
              <a:ext cx="2474734" cy="845667"/>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000" b="0" i="0" u="none" strike="noStrike" kern="1200" cap="all" spc="0" normalizeH="0" baseline="0" noProof="0" dirty="0">
                  <a:ln>
                    <a:noFill/>
                  </a:ln>
                  <a:solidFill>
                    <a:sysClr val="windowText" lastClr="000000"/>
                  </a:solidFill>
                  <a:effectLst/>
                  <a:uLnTx/>
                  <a:uFillTx/>
                  <a:latin typeface="Gill Sans MT" panose="020B0502020104020203"/>
                  <a:ea typeface="+mj-ea"/>
                  <a:cs typeface="+mj-cs"/>
                </a:rPr>
                <a:t>Evaluation</a:t>
              </a:r>
            </a:p>
          </p:txBody>
        </p:sp>
        <p:pic>
          <p:nvPicPr>
            <p:cNvPr id="43" name="Content Placeholder 4">
              <a:extLst>
                <a:ext uri="{FF2B5EF4-FFF2-40B4-BE49-F238E27FC236}">
                  <a16:creationId xmlns:a16="http://schemas.microsoft.com/office/drawing/2014/main" id="{5B32B4EB-47A8-4156-8FB0-6176446BCCCC}"/>
                </a:ext>
              </a:extLst>
            </p:cNvPr>
            <p:cNvPicPr>
              <a:picLocks noChangeAspect="1"/>
            </p:cNvPicPr>
            <p:nvPr/>
          </p:nvPicPr>
          <p:blipFill>
            <a:blip r:embed="rId11">
              <a:extLst>
                <a:ext uri="{28A0092B-C50C-407E-A947-70E740481C1C}">
                  <a14:useLocalDpi xmlns:a14="http://schemas.microsoft.com/office/drawing/2010/main" val="0"/>
                </a:ext>
              </a:extLst>
            </a:blip>
            <a:stretch>
              <a:fillRect/>
            </a:stretch>
          </p:blipFill>
          <p:spPr>
            <a:xfrm>
              <a:off x="1309654" y="18525736"/>
              <a:ext cx="3597253" cy="4843091"/>
            </a:xfrm>
            <a:prstGeom prst="rect">
              <a:avLst/>
            </a:prstGeom>
          </p:spPr>
        </p:pic>
        <p:sp>
          <p:nvSpPr>
            <p:cNvPr id="44" name="TextBox 43">
              <a:extLst>
                <a:ext uri="{FF2B5EF4-FFF2-40B4-BE49-F238E27FC236}">
                  <a16:creationId xmlns:a16="http://schemas.microsoft.com/office/drawing/2014/main" id="{02B59ECA-DD7B-49D1-B974-04A446067716}"/>
                </a:ext>
              </a:extLst>
            </p:cNvPr>
            <p:cNvSpPr txBox="1"/>
            <p:nvPr/>
          </p:nvSpPr>
          <p:spPr>
            <a:xfrm>
              <a:off x="1661925" y="23335681"/>
              <a:ext cx="3446012" cy="276999"/>
            </a:xfrm>
            <a:prstGeom prst="rect">
              <a:avLst/>
            </a:prstGeom>
            <a:noFill/>
          </p:spPr>
          <p:txBody>
            <a:bodyPr wrap="square" rtlCol="0">
              <a:spAutoFit/>
            </a:bodyPr>
            <a:lstStyle/>
            <a:p>
              <a:pPr defTabSz="457200" eaLnBrk="1" fontAlgn="auto" hangingPunct="1">
                <a:spcBef>
                  <a:spcPts val="0"/>
                </a:spcBef>
                <a:spcAft>
                  <a:spcPts val="0"/>
                </a:spcAft>
              </a:pPr>
              <a:r>
                <a:rPr lang="en-US" sz="1200" dirty="0">
                  <a:solidFill>
                    <a:prstClr val="black"/>
                  </a:solidFill>
                  <a:latin typeface="Gill Sans MT" panose="020B0502020104020203"/>
                  <a:ea typeface="+mn-ea"/>
                </a:rPr>
                <a:t>Configuration of the experiment in our evaluation</a:t>
              </a:r>
            </a:p>
          </p:txBody>
        </p:sp>
        <p:grpSp>
          <p:nvGrpSpPr>
            <p:cNvPr id="45" name="Group 44">
              <a:extLst>
                <a:ext uri="{FF2B5EF4-FFF2-40B4-BE49-F238E27FC236}">
                  <a16:creationId xmlns:a16="http://schemas.microsoft.com/office/drawing/2014/main" id="{DAAAD94D-F1EA-47EB-88FE-85765C2461AB}"/>
                </a:ext>
              </a:extLst>
            </p:cNvPr>
            <p:cNvGrpSpPr/>
            <p:nvPr/>
          </p:nvGrpSpPr>
          <p:grpSpPr>
            <a:xfrm>
              <a:off x="5420503" y="16662545"/>
              <a:ext cx="5946566" cy="6831769"/>
              <a:chOff x="6544135" y="-1418660"/>
              <a:chExt cx="5884230" cy="6831769"/>
            </a:xfrm>
          </p:grpSpPr>
          <p:pic>
            <p:nvPicPr>
              <p:cNvPr id="46" name="Picture 45">
                <a:extLst>
                  <a:ext uri="{FF2B5EF4-FFF2-40B4-BE49-F238E27FC236}">
                    <a16:creationId xmlns:a16="http://schemas.microsoft.com/office/drawing/2014/main" id="{5F87746E-D81D-44AE-B5D5-5074836B8B26}"/>
                  </a:ext>
                </a:extLst>
              </p:cNvPr>
              <p:cNvPicPr>
                <a:picLocks noChangeAspect="1"/>
              </p:cNvPicPr>
              <p:nvPr/>
            </p:nvPicPr>
            <p:blipFill>
              <a:blip r:embed="rId12">
                <a:extLst>
                  <a:ext uri="{28A0092B-C50C-407E-A947-70E740481C1C}">
                    <a14:useLocalDpi xmlns:a14="http://schemas.microsoft.com/office/drawing/2010/main" val="0"/>
                  </a:ext>
                </a:extLst>
              </a:blip>
              <a:stretch>
                <a:fillRect/>
              </a:stretch>
            </p:blipFill>
            <p:spPr>
              <a:xfrm>
                <a:off x="6544135" y="-1418660"/>
                <a:ext cx="5251720" cy="6422829"/>
              </a:xfrm>
              <a:prstGeom prst="rect">
                <a:avLst/>
              </a:prstGeom>
            </p:spPr>
          </p:pic>
          <p:sp>
            <p:nvSpPr>
              <p:cNvPr id="47" name="TextBox 46">
                <a:extLst>
                  <a:ext uri="{FF2B5EF4-FFF2-40B4-BE49-F238E27FC236}">
                    <a16:creationId xmlns:a16="http://schemas.microsoft.com/office/drawing/2014/main" id="{64DB839E-4889-4A0A-B488-038FF51A8011}"/>
                  </a:ext>
                </a:extLst>
              </p:cNvPr>
              <p:cNvSpPr txBox="1"/>
              <p:nvPr/>
            </p:nvSpPr>
            <p:spPr>
              <a:xfrm>
                <a:off x="7559938" y="5136110"/>
                <a:ext cx="4868427" cy="276999"/>
              </a:xfrm>
              <a:prstGeom prst="rect">
                <a:avLst/>
              </a:prstGeom>
              <a:noFill/>
            </p:spPr>
            <p:txBody>
              <a:bodyPr wrap="square" rtlCol="0">
                <a:spAutoFit/>
              </a:bodyPr>
              <a:lstStyle/>
              <a:p>
                <a:pPr defTabSz="457200" eaLnBrk="1" fontAlgn="auto" hangingPunct="1">
                  <a:spcBef>
                    <a:spcPts val="0"/>
                  </a:spcBef>
                  <a:spcAft>
                    <a:spcPts val="0"/>
                  </a:spcAft>
                </a:pPr>
                <a:r>
                  <a:rPr lang="en-US" sz="1200" dirty="0">
                    <a:solidFill>
                      <a:prstClr val="black"/>
                    </a:solidFill>
                    <a:latin typeface="Gill Sans MT" panose="020B0502020104020203"/>
                    <a:ea typeface="+mn-ea"/>
                  </a:rPr>
                  <a:t>Ranking of algorithms based on the accuracy of Home A.</a:t>
                </a:r>
              </a:p>
            </p:txBody>
          </p:sp>
        </p:grpSp>
      </p:grpSp>
      <p:sp>
        <p:nvSpPr>
          <p:cNvPr id="49" name="Title 1">
            <a:extLst>
              <a:ext uri="{FF2B5EF4-FFF2-40B4-BE49-F238E27FC236}">
                <a16:creationId xmlns:a16="http://schemas.microsoft.com/office/drawing/2014/main" id="{286C7B78-7451-4740-A4D9-892D2A07E21A}"/>
              </a:ext>
            </a:extLst>
          </p:cNvPr>
          <p:cNvSpPr txBox="1">
            <a:spLocks/>
          </p:cNvSpPr>
          <p:nvPr/>
        </p:nvSpPr>
        <p:spPr>
          <a:xfrm>
            <a:off x="9478354" y="18935000"/>
            <a:ext cx="9839284" cy="498763"/>
          </a:xfrm>
          <a:prstGeom prst="rect">
            <a:avLst/>
          </a:prstGeom>
        </p:spPr>
        <p:txBody>
          <a:bodyPr vert="horz" lIns="91440" tIns="45720" rIns="91440" bIns="45720" rtlCol="0" anchor="t">
            <a:normAutofit fontScale="92500" lnSpcReduction="20000"/>
          </a:bodyPr>
          <a:lst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600" b="1" i="0" u="none" strike="noStrike" kern="1200" cap="all" spc="0" normalizeH="0" baseline="0" noProof="0" dirty="0">
                <a:ln>
                  <a:noFill/>
                </a:ln>
                <a:solidFill>
                  <a:sysClr val="windowText" lastClr="000000"/>
                </a:solidFill>
                <a:effectLst/>
                <a:uLnTx/>
                <a:uFillTx/>
                <a:latin typeface="Noto Sans" panose="020B0502040504020204" pitchFamily="34" charset="0"/>
                <a:ea typeface="Noto Sans" panose="020B0502040504020204" pitchFamily="34" charset="0"/>
                <a:cs typeface="Noto Sans" panose="020B0502040504020204" pitchFamily="34" charset="0"/>
              </a:rPr>
              <a:t>Performance overview</a:t>
            </a:r>
          </a:p>
        </p:txBody>
      </p:sp>
      <p:sp>
        <p:nvSpPr>
          <p:cNvPr id="50" name="Content Placeholder 2">
            <a:extLst>
              <a:ext uri="{FF2B5EF4-FFF2-40B4-BE49-F238E27FC236}">
                <a16:creationId xmlns:a16="http://schemas.microsoft.com/office/drawing/2014/main" id="{A5FB87E9-E968-4233-B88F-9B098D1564DE}"/>
              </a:ext>
            </a:extLst>
          </p:cNvPr>
          <p:cNvSpPr txBox="1">
            <a:spLocks/>
          </p:cNvSpPr>
          <p:nvPr/>
        </p:nvSpPr>
        <p:spPr>
          <a:xfrm>
            <a:off x="10639290" y="20454447"/>
            <a:ext cx="9513245" cy="1282052"/>
          </a:xfrm>
          <a:prstGeom prst="rect">
            <a:avLst/>
          </a:prstGeom>
        </p:spPr>
        <p:txBody>
          <a:bodyPr vert="horz" lIns="91440" tIns="45720" rIns="91440" bIns="45720" rtlCol="0" anchor="t">
            <a:normAutofit fontScale="62500" lnSpcReduction="20000"/>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marL="228600" marR="0" lvl="0" indent="-228600" algn="l" defTabSz="914400" rtl="0" eaLnBrk="1" fontAlgn="auto" latinLnBrk="0" hangingPunct="1">
              <a:lnSpc>
                <a:spcPct val="120000"/>
              </a:lnSpc>
              <a:spcBef>
                <a:spcPts val="1000"/>
              </a:spcBef>
              <a:spcAft>
                <a:spcPts val="0"/>
              </a:spcAft>
              <a:buClr>
                <a:srgbClr val="B71E42"/>
              </a:buClr>
              <a:buSzPct val="100000"/>
              <a:buFont typeface="Arial" panose="020B0604020202020204" pitchFamily="34" charset="0"/>
              <a:buChar char="•"/>
              <a:tabLst/>
              <a:defRPr/>
            </a:pPr>
            <a:r>
              <a:rPr kumimoji="0" lang="en-US" sz="2000" b="0" i="0" u="none" strike="noStrike" kern="1200" cap="none" spc="0" normalizeH="0" baseline="0" noProof="0" dirty="0">
                <a:ln>
                  <a:noFill/>
                </a:ln>
                <a:solidFill>
                  <a:sysClr val="windowText" lastClr="000000"/>
                </a:solidFill>
                <a:effectLst/>
                <a:uLnTx/>
                <a:uFillTx/>
                <a:latin typeface="Gill Sans MT" panose="020B0502020104020203"/>
                <a:ea typeface="+mn-ea"/>
                <a:cs typeface="+mn-cs"/>
              </a:rPr>
              <a:t>Home A contains a lot of legitimate peak consumption, whereas Homes B and C do not. </a:t>
            </a:r>
          </a:p>
          <a:p>
            <a:pPr marL="228600" marR="0" lvl="0" indent="-228600" algn="l" defTabSz="914400" rtl="0" eaLnBrk="1" fontAlgn="auto" latinLnBrk="0" hangingPunct="1">
              <a:lnSpc>
                <a:spcPct val="120000"/>
              </a:lnSpc>
              <a:spcBef>
                <a:spcPts val="1000"/>
              </a:spcBef>
              <a:spcAft>
                <a:spcPts val="0"/>
              </a:spcAft>
              <a:buClr>
                <a:srgbClr val="B71E42"/>
              </a:buClr>
              <a:buSzPct val="100000"/>
              <a:buFont typeface="Arial" panose="020B0604020202020204" pitchFamily="34" charset="0"/>
              <a:buChar char="•"/>
              <a:tabLst/>
              <a:defRPr/>
            </a:pPr>
            <a:r>
              <a:rPr kumimoji="0" lang="en-US" sz="2000" b="0" i="0" u="none" strike="noStrike" kern="1200" cap="none" spc="0" normalizeH="0" baseline="0" noProof="0" dirty="0">
                <a:ln>
                  <a:noFill/>
                </a:ln>
                <a:solidFill>
                  <a:sysClr val="windowText" lastClr="000000"/>
                </a:solidFill>
                <a:effectLst/>
                <a:uLnTx/>
                <a:uFillTx/>
                <a:latin typeface="Gill Sans MT" panose="020B0502020104020203"/>
                <a:ea typeface="+mn-ea"/>
                <a:cs typeface="+mn-cs"/>
              </a:rPr>
              <a:t>This indicates that the detection of electricity theft in Home A is potentially more difficult than in Homes B and C.</a:t>
            </a:r>
          </a:p>
          <a:p>
            <a:pPr marL="228600" marR="0" lvl="0" indent="-228600" algn="l" defTabSz="914400" rtl="0" eaLnBrk="1" fontAlgn="auto" latinLnBrk="0" hangingPunct="1">
              <a:lnSpc>
                <a:spcPct val="120000"/>
              </a:lnSpc>
              <a:spcBef>
                <a:spcPts val="1000"/>
              </a:spcBef>
              <a:spcAft>
                <a:spcPts val="0"/>
              </a:spcAft>
              <a:buClr>
                <a:srgbClr val="B71E42"/>
              </a:buClr>
              <a:buSzPct val="100000"/>
              <a:buFont typeface="Arial" panose="020B0604020202020204" pitchFamily="34" charset="0"/>
              <a:buChar char="•"/>
              <a:tabLst/>
              <a:defRPr/>
            </a:pPr>
            <a:r>
              <a:rPr kumimoji="0" lang="en-US" sz="2000" b="0" i="0" u="none" strike="noStrike" kern="1200" cap="none" spc="0" normalizeH="0" baseline="0" noProof="0" dirty="0">
                <a:ln>
                  <a:noFill/>
                </a:ln>
                <a:solidFill>
                  <a:sysClr val="windowText" lastClr="000000"/>
                </a:solidFill>
                <a:effectLst/>
                <a:uLnTx/>
                <a:uFillTx/>
                <a:latin typeface="Gill Sans MT" panose="020B0502020104020203"/>
                <a:ea typeface="+mn-ea"/>
                <a:cs typeface="+mn-cs"/>
              </a:rPr>
              <a:t>RF, GB, and XGB could successfully achieve high accuracy in Home A</a:t>
            </a:r>
          </a:p>
          <a:p>
            <a:pPr marL="228600" marR="0" lvl="0" indent="-228600" algn="l" defTabSz="914400" rtl="0" eaLnBrk="1" fontAlgn="auto" latinLnBrk="0" hangingPunct="1">
              <a:lnSpc>
                <a:spcPct val="120000"/>
              </a:lnSpc>
              <a:spcBef>
                <a:spcPts val="1000"/>
              </a:spcBef>
              <a:spcAft>
                <a:spcPts val="0"/>
              </a:spcAft>
              <a:buClr>
                <a:srgbClr val="B71E42"/>
              </a:buClr>
              <a:buSzPct val="100000"/>
              <a:buFont typeface="Arial" panose="020B0604020202020204" pitchFamily="34" charset="0"/>
              <a:buChar char="•"/>
              <a:tabLst/>
              <a:defRPr/>
            </a:pPr>
            <a:r>
              <a:rPr kumimoji="0" lang="en-US" sz="2000" b="0" i="0" u="none" strike="noStrike" kern="1200" cap="none" spc="0" normalizeH="0" baseline="0" noProof="0" dirty="0">
                <a:ln>
                  <a:noFill/>
                </a:ln>
                <a:solidFill>
                  <a:sysClr val="windowText" lastClr="000000"/>
                </a:solidFill>
                <a:effectLst/>
                <a:uLnTx/>
                <a:uFillTx/>
                <a:latin typeface="Gill Sans MT" panose="020B0502020104020203"/>
                <a:ea typeface="+mn-ea"/>
                <a:cs typeface="+mn-cs"/>
              </a:rPr>
              <a:t>RF, GB, and XGB, especially GB and XGB are promising algorithms for detecting electricity theft with smart meters</a:t>
            </a:r>
          </a:p>
          <a:p>
            <a:pPr marL="228600" marR="0" lvl="0" indent="-228600" algn="l" defTabSz="914400" rtl="0" eaLnBrk="1" fontAlgn="auto" latinLnBrk="0" hangingPunct="1">
              <a:lnSpc>
                <a:spcPct val="120000"/>
              </a:lnSpc>
              <a:spcBef>
                <a:spcPts val="1000"/>
              </a:spcBef>
              <a:spcAft>
                <a:spcPts val="0"/>
              </a:spcAft>
              <a:buClr>
                <a:srgbClr val="B71E42"/>
              </a:buClr>
              <a:buSzPct val="100000"/>
              <a:buFont typeface="Arial" panose="020B0604020202020204" pitchFamily="34" charset="0"/>
              <a:buChar char="•"/>
              <a:tabLst/>
              <a:defRPr/>
            </a:pPr>
            <a:endParaRPr kumimoji="0" lang="en-US" sz="2000" b="0" i="0" u="none" strike="noStrike" kern="1200" cap="none" spc="0" normalizeH="0" baseline="0" noProof="0" dirty="0">
              <a:ln>
                <a:noFill/>
              </a:ln>
              <a:solidFill>
                <a:sysClr val="windowText" lastClr="000000"/>
              </a:solidFill>
              <a:effectLst/>
              <a:uLnTx/>
              <a:uFillTx/>
              <a:latin typeface="Gill Sans MT" panose="020B0502020104020203"/>
              <a:ea typeface="+mn-ea"/>
              <a:cs typeface="+mn-cs"/>
            </a:endParaRPr>
          </a:p>
        </p:txBody>
      </p:sp>
      <p:pic>
        <p:nvPicPr>
          <p:cNvPr id="51" name="Picture 50">
            <a:extLst>
              <a:ext uri="{FF2B5EF4-FFF2-40B4-BE49-F238E27FC236}">
                <a16:creationId xmlns:a16="http://schemas.microsoft.com/office/drawing/2014/main" id="{04A0F713-C65D-466C-8AB5-BFFC884D590F}"/>
              </a:ext>
            </a:extLst>
          </p:cNvPr>
          <p:cNvPicPr>
            <a:picLocks noChangeAspect="1"/>
          </p:cNvPicPr>
          <p:nvPr/>
        </p:nvPicPr>
        <p:blipFill>
          <a:blip r:embed="rId13"/>
          <a:stretch>
            <a:fillRect/>
          </a:stretch>
        </p:blipFill>
        <p:spPr>
          <a:xfrm>
            <a:off x="9585818" y="19347949"/>
            <a:ext cx="10336229" cy="1189637"/>
          </a:xfrm>
          <a:prstGeom prst="rect">
            <a:avLst/>
          </a:prstGeom>
        </p:spPr>
      </p:pic>
      <p:grpSp>
        <p:nvGrpSpPr>
          <p:cNvPr id="52" name="Group 51">
            <a:extLst>
              <a:ext uri="{FF2B5EF4-FFF2-40B4-BE49-F238E27FC236}">
                <a16:creationId xmlns:a16="http://schemas.microsoft.com/office/drawing/2014/main" id="{10A33A31-4160-4C94-B442-7015F7425D53}"/>
              </a:ext>
            </a:extLst>
          </p:cNvPr>
          <p:cNvGrpSpPr/>
          <p:nvPr/>
        </p:nvGrpSpPr>
        <p:grpSpPr>
          <a:xfrm>
            <a:off x="416327" y="26377682"/>
            <a:ext cx="11101700" cy="2946346"/>
            <a:chOff x="1677574" y="23594971"/>
            <a:chExt cx="11244647" cy="5337040"/>
          </a:xfrm>
        </p:grpSpPr>
        <p:sp>
          <p:nvSpPr>
            <p:cNvPr id="53" name="Title 1">
              <a:extLst>
                <a:ext uri="{FF2B5EF4-FFF2-40B4-BE49-F238E27FC236}">
                  <a16:creationId xmlns:a16="http://schemas.microsoft.com/office/drawing/2014/main" id="{49B77EE1-082E-415C-AB30-3AE7ECC37D4B}"/>
                </a:ext>
              </a:extLst>
            </p:cNvPr>
            <p:cNvSpPr txBox="1">
              <a:spLocks/>
            </p:cNvSpPr>
            <p:nvPr/>
          </p:nvSpPr>
          <p:spPr>
            <a:xfrm>
              <a:off x="1988690" y="23594971"/>
              <a:ext cx="6647268" cy="851973"/>
            </a:xfrm>
            <a:prstGeom prst="rect">
              <a:avLst/>
            </a:prstGeom>
          </p:spPr>
          <p:txBody>
            <a:bodyPr vert="horz" lIns="91440" tIns="45720" rIns="91440" bIns="45720" rtlCol="0" anchor="t">
              <a:normAutofit lnSpcReduction="10000"/>
            </a:bodyPr>
            <a:lst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2800" b="0" i="0" u="none" strike="noStrike" kern="1200" cap="all" spc="0" normalizeH="0" baseline="0" noProof="0" dirty="0">
                  <a:ln>
                    <a:noFill/>
                  </a:ln>
                  <a:solidFill>
                    <a:sysClr val="windowText" lastClr="000000"/>
                  </a:solidFill>
                  <a:effectLst/>
                  <a:uLnTx/>
                  <a:uFillTx/>
                  <a:latin typeface="Gill Sans MT" panose="020B0502020104020203"/>
                  <a:ea typeface="+mj-ea"/>
                  <a:cs typeface="+mj-cs"/>
                </a:rPr>
                <a:t>Performance by attack class</a:t>
              </a:r>
            </a:p>
          </p:txBody>
        </p:sp>
        <p:pic>
          <p:nvPicPr>
            <p:cNvPr id="54" name="Content Placeholder 9">
              <a:extLst>
                <a:ext uri="{FF2B5EF4-FFF2-40B4-BE49-F238E27FC236}">
                  <a16:creationId xmlns:a16="http://schemas.microsoft.com/office/drawing/2014/main" id="{AF25B3B0-E65A-4C48-ABF5-2297FF30CD9F}"/>
                </a:ext>
              </a:extLst>
            </p:cNvPr>
            <p:cNvPicPr>
              <a:picLocks noChangeAspect="1"/>
            </p:cNvPicPr>
            <p:nvPr/>
          </p:nvPicPr>
          <p:blipFill>
            <a:blip r:embed="rId14">
              <a:extLst>
                <a:ext uri="{28A0092B-C50C-407E-A947-70E740481C1C}">
                  <a14:useLocalDpi xmlns:a14="http://schemas.microsoft.com/office/drawing/2010/main" val="0"/>
                </a:ext>
              </a:extLst>
            </a:blip>
            <a:stretch>
              <a:fillRect/>
            </a:stretch>
          </p:blipFill>
          <p:spPr>
            <a:xfrm>
              <a:off x="1677574" y="24386090"/>
              <a:ext cx="7401697" cy="4545921"/>
            </a:xfrm>
            <a:prstGeom prst="rect">
              <a:avLst/>
            </a:prstGeom>
          </p:spPr>
        </p:pic>
        <p:sp>
          <p:nvSpPr>
            <p:cNvPr id="55" name="TextBox 54">
              <a:extLst>
                <a:ext uri="{FF2B5EF4-FFF2-40B4-BE49-F238E27FC236}">
                  <a16:creationId xmlns:a16="http://schemas.microsoft.com/office/drawing/2014/main" id="{F23F5922-4A56-4933-82F6-1F05D23BB861}"/>
                </a:ext>
              </a:extLst>
            </p:cNvPr>
            <p:cNvSpPr txBox="1"/>
            <p:nvPr/>
          </p:nvSpPr>
          <p:spPr>
            <a:xfrm>
              <a:off x="9079271" y="26093861"/>
              <a:ext cx="3842950" cy="1754326"/>
            </a:xfrm>
            <a:prstGeom prst="rect">
              <a:avLst/>
            </a:prstGeom>
            <a:noFill/>
          </p:spPr>
          <p:txBody>
            <a:bodyPr wrap="square" rtlCol="0">
              <a:spAutoFit/>
            </a:bodyPr>
            <a:lstStyle/>
            <a:p>
              <a:pPr defTabSz="457200" eaLnBrk="1" fontAlgn="auto" hangingPunct="1">
                <a:spcBef>
                  <a:spcPts val="0"/>
                </a:spcBef>
                <a:spcAft>
                  <a:spcPts val="0"/>
                </a:spcAft>
              </a:pPr>
              <a:endParaRPr lang="en-US" sz="1800" dirty="0">
                <a:solidFill>
                  <a:prstClr val="black"/>
                </a:solidFill>
                <a:latin typeface="Gill Sans MT" panose="020B0502020104020203"/>
                <a:ea typeface="+mn-ea"/>
              </a:endParaRPr>
            </a:p>
            <a:p>
              <a:pPr marL="285750" indent="-285750" defTabSz="457200" eaLnBrk="1" fontAlgn="auto" hangingPunct="1">
                <a:spcBef>
                  <a:spcPts val="0"/>
                </a:spcBef>
                <a:spcAft>
                  <a:spcPts val="0"/>
                </a:spcAft>
                <a:buFont typeface="Arial" panose="020B0604020202020204" pitchFamily="34" charset="0"/>
                <a:buChar char="•"/>
              </a:pPr>
              <a:r>
                <a:rPr lang="en-US" sz="1800" dirty="0">
                  <a:solidFill>
                    <a:prstClr val="black"/>
                  </a:solidFill>
                  <a:latin typeface="Gill Sans MT" panose="020B0502020104020203"/>
                  <a:ea typeface="+mn-ea"/>
                </a:rPr>
                <a:t>Midnight and Evil-Twin attacks were well classified in all the classifiers.</a:t>
              </a:r>
            </a:p>
            <a:p>
              <a:pPr marL="285750" indent="-285750" defTabSz="457200" eaLnBrk="1" fontAlgn="auto" hangingPunct="1">
                <a:spcBef>
                  <a:spcPts val="0"/>
                </a:spcBef>
                <a:spcAft>
                  <a:spcPts val="0"/>
                </a:spcAft>
                <a:buFont typeface="Arial" panose="020B0604020202020204" pitchFamily="34" charset="0"/>
                <a:buChar char="•"/>
              </a:pPr>
              <a:endParaRPr lang="en-US" sz="1800" dirty="0">
                <a:solidFill>
                  <a:prstClr val="black"/>
                </a:solidFill>
                <a:latin typeface="Gill Sans MT" panose="020B0502020104020203"/>
                <a:ea typeface="+mn-ea"/>
              </a:endParaRPr>
            </a:p>
            <a:p>
              <a:pPr marL="285750" indent="-285750" defTabSz="457200" eaLnBrk="1" fontAlgn="auto" hangingPunct="1">
                <a:spcBef>
                  <a:spcPts val="0"/>
                </a:spcBef>
                <a:spcAft>
                  <a:spcPts val="0"/>
                </a:spcAft>
                <a:buFont typeface="Arial" panose="020B0604020202020204" pitchFamily="34" charset="0"/>
                <a:buChar char="•"/>
              </a:pPr>
              <a:r>
                <a:rPr lang="en-US" sz="1800" dirty="0">
                  <a:solidFill>
                    <a:prstClr val="black"/>
                  </a:solidFill>
                  <a:latin typeface="Gill Sans MT" panose="020B0502020104020203"/>
                  <a:ea typeface="+mn-ea"/>
                </a:rPr>
                <a:t>GB, XGB, and RF have achieved 100% accuracy for these attacks.</a:t>
              </a:r>
            </a:p>
          </p:txBody>
        </p:sp>
        <p:pic>
          <p:nvPicPr>
            <p:cNvPr id="56" name="Picture 55">
              <a:extLst>
                <a:ext uri="{FF2B5EF4-FFF2-40B4-BE49-F238E27FC236}">
                  <a16:creationId xmlns:a16="http://schemas.microsoft.com/office/drawing/2014/main" id="{F4F8528B-B8AF-4F07-8FA8-0D535583FD03}"/>
                </a:ext>
              </a:extLst>
            </p:cNvPr>
            <p:cNvPicPr>
              <a:picLocks noChangeAspect="1"/>
            </p:cNvPicPr>
            <p:nvPr/>
          </p:nvPicPr>
          <p:blipFill>
            <a:blip r:embed="rId15">
              <a:extLst>
                <a:ext uri="{28A0092B-C50C-407E-A947-70E740481C1C}">
                  <a14:useLocalDpi xmlns:a14="http://schemas.microsoft.com/office/drawing/2010/main" val="0"/>
                </a:ext>
              </a:extLst>
            </a:blip>
            <a:stretch>
              <a:fillRect/>
            </a:stretch>
          </p:blipFill>
          <p:spPr>
            <a:xfrm>
              <a:off x="9162829" y="23599317"/>
              <a:ext cx="3759392" cy="2976530"/>
            </a:xfrm>
            <a:prstGeom prst="rect">
              <a:avLst/>
            </a:prstGeom>
          </p:spPr>
        </p:pic>
      </p:grpSp>
      <p:pic>
        <p:nvPicPr>
          <p:cNvPr id="57" name="Picture 56">
            <a:extLst>
              <a:ext uri="{FF2B5EF4-FFF2-40B4-BE49-F238E27FC236}">
                <a16:creationId xmlns:a16="http://schemas.microsoft.com/office/drawing/2014/main" id="{7C433CBE-00C4-4EA9-B36E-C5784FADD942}"/>
              </a:ext>
            </a:extLst>
          </p:cNvPr>
          <p:cNvPicPr>
            <a:picLocks noChangeAspect="1"/>
          </p:cNvPicPr>
          <p:nvPr/>
        </p:nvPicPr>
        <p:blipFill>
          <a:blip r:embed="rId16"/>
          <a:stretch>
            <a:fillRect/>
          </a:stretch>
        </p:blipFill>
        <p:spPr>
          <a:xfrm>
            <a:off x="11354040" y="22012161"/>
            <a:ext cx="9797360" cy="4007199"/>
          </a:xfrm>
          <a:prstGeom prst="rect">
            <a:avLst/>
          </a:prstGeom>
        </p:spPr>
      </p:pic>
      <p:grpSp>
        <p:nvGrpSpPr>
          <p:cNvPr id="90" name="Group 89">
            <a:extLst>
              <a:ext uri="{FF2B5EF4-FFF2-40B4-BE49-F238E27FC236}">
                <a16:creationId xmlns:a16="http://schemas.microsoft.com/office/drawing/2014/main" id="{C4EF636D-A09F-420C-A5DB-FABD8A9F8977}"/>
              </a:ext>
            </a:extLst>
          </p:cNvPr>
          <p:cNvGrpSpPr/>
          <p:nvPr/>
        </p:nvGrpSpPr>
        <p:grpSpPr>
          <a:xfrm>
            <a:off x="345232" y="11089266"/>
            <a:ext cx="20964829" cy="10689227"/>
            <a:chOff x="226531" y="18780935"/>
            <a:chExt cx="20964829" cy="10652810"/>
          </a:xfrm>
        </p:grpSpPr>
        <p:pic>
          <p:nvPicPr>
            <p:cNvPr id="59" name="Content Placeholder 5">
              <a:extLst>
                <a:ext uri="{FF2B5EF4-FFF2-40B4-BE49-F238E27FC236}">
                  <a16:creationId xmlns:a16="http://schemas.microsoft.com/office/drawing/2014/main" id="{626628D0-9E88-41E0-9773-AC4B903E9884}"/>
                </a:ext>
              </a:extLst>
            </p:cNvPr>
            <p:cNvPicPr>
              <a:picLocks noChangeAspect="1"/>
            </p:cNvPicPr>
            <p:nvPr/>
          </p:nvPicPr>
          <p:blipFill>
            <a:blip r:embed="rId17"/>
            <a:stretch>
              <a:fillRect/>
            </a:stretch>
          </p:blipFill>
          <p:spPr>
            <a:xfrm>
              <a:off x="8966935" y="19092292"/>
              <a:ext cx="11017224" cy="2179285"/>
            </a:xfrm>
            <a:prstGeom prst="rect">
              <a:avLst/>
            </a:prstGeom>
          </p:spPr>
        </p:pic>
        <p:grpSp>
          <p:nvGrpSpPr>
            <p:cNvPr id="89" name="Group 88">
              <a:extLst>
                <a:ext uri="{FF2B5EF4-FFF2-40B4-BE49-F238E27FC236}">
                  <a16:creationId xmlns:a16="http://schemas.microsoft.com/office/drawing/2014/main" id="{CD37FCFD-38D6-41C5-AB3B-759C087EE239}"/>
                </a:ext>
              </a:extLst>
            </p:cNvPr>
            <p:cNvGrpSpPr/>
            <p:nvPr/>
          </p:nvGrpSpPr>
          <p:grpSpPr>
            <a:xfrm>
              <a:off x="226531" y="18780935"/>
              <a:ext cx="20964829" cy="10652810"/>
              <a:chOff x="240213" y="18751371"/>
              <a:chExt cx="20964829" cy="10652810"/>
            </a:xfrm>
          </p:grpSpPr>
          <p:sp>
            <p:nvSpPr>
              <p:cNvPr id="58" name="Rectangle 12">
                <a:extLst>
                  <a:ext uri="{FF2B5EF4-FFF2-40B4-BE49-F238E27FC236}">
                    <a16:creationId xmlns:a16="http://schemas.microsoft.com/office/drawing/2014/main" id="{9F6F152F-7B71-4349-BB5E-07DC8C41A083}"/>
                  </a:ext>
                </a:extLst>
              </p:cNvPr>
              <p:cNvSpPr>
                <a:spLocks noChangeArrowheads="1"/>
              </p:cNvSpPr>
              <p:nvPr/>
            </p:nvSpPr>
            <p:spPr bwMode="auto">
              <a:xfrm>
                <a:off x="240213" y="18753868"/>
                <a:ext cx="20964829" cy="10604831"/>
              </a:xfrm>
              <a:prstGeom prst="rect">
                <a:avLst/>
              </a:prstGeom>
              <a:noFill/>
              <a:ln w="76200">
                <a:solidFill>
                  <a:srgbClr val="FFC000"/>
                </a:solidFill>
                <a:prstDash val="lgDash"/>
                <a:miter lim="800000"/>
                <a:headEnd/>
                <a:tailEnd/>
              </a:ln>
            </p:spPr>
            <p:txBody>
              <a:bodyPr lIns="254582" tIns="254582" rIns="254582" bIns="254582"/>
              <a:lstStyle>
                <a:lvl1pPr>
                  <a:defRPr sz="2600">
                    <a:solidFill>
                      <a:schemeClr val="tx1"/>
                    </a:solidFill>
                    <a:latin typeface="Times" panose="02020603050405020304" pitchFamily="18" charset="0"/>
                    <a:ea typeface="MS PGothic" panose="020B0600070205080204" pitchFamily="34" charset="-128"/>
                  </a:defRPr>
                </a:lvl1pPr>
                <a:lvl2pPr marL="742950" indent="-285750">
                  <a:defRPr sz="2600">
                    <a:solidFill>
                      <a:schemeClr val="tx1"/>
                    </a:solidFill>
                    <a:latin typeface="Times" panose="02020603050405020304" pitchFamily="18" charset="0"/>
                    <a:ea typeface="MS PGothic" panose="020B0600070205080204" pitchFamily="34" charset="-128"/>
                  </a:defRPr>
                </a:lvl2pPr>
                <a:lvl3pPr marL="1143000" indent="-228600">
                  <a:defRPr sz="2600">
                    <a:solidFill>
                      <a:schemeClr val="tx1"/>
                    </a:solidFill>
                    <a:latin typeface="Times" panose="02020603050405020304" pitchFamily="18" charset="0"/>
                    <a:ea typeface="MS PGothic" panose="020B0600070205080204" pitchFamily="34" charset="-128"/>
                  </a:defRPr>
                </a:lvl3pPr>
                <a:lvl4pPr marL="1600200" indent="-228600">
                  <a:defRPr sz="2600">
                    <a:solidFill>
                      <a:schemeClr val="tx1"/>
                    </a:solidFill>
                    <a:latin typeface="Times" panose="02020603050405020304" pitchFamily="18" charset="0"/>
                    <a:ea typeface="MS PGothic" panose="020B0600070205080204" pitchFamily="34" charset="-128"/>
                  </a:defRPr>
                </a:lvl4pPr>
                <a:lvl5pPr marL="2057400" indent="-228600">
                  <a:defRPr sz="2600">
                    <a:solidFill>
                      <a:schemeClr val="tx1"/>
                    </a:solidFill>
                    <a:latin typeface="Times" panose="02020603050405020304" pitchFamily="18" charset="0"/>
                    <a:ea typeface="MS PGothic" panose="020B0600070205080204" pitchFamily="34" charset="-128"/>
                  </a:defRPr>
                </a:lvl5pPr>
                <a:lvl6pPr marL="2514600" indent="-228600" eaLnBrk="0" fontAlgn="base" hangingPunct="0">
                  <a:spcBef>
                    <a:spcPct val="0"/>
                  </a:spcBef>
                  <a:spcAft>
                    <a:spcPct val="0"/>
                  </a:spcAft>
                  <a:defRPr sz="2600">
                    <a:solidFill>
                      <a:schemeClr val="tx1"/>
                    </a:solidFill>
                    <a:latin typeface="Times" panose="02020603050405020304" pitchFamily="18" charset="0"/>
                    <a:ea typeface="MS PGothic" panose="020B0600070205080204" pitchFamily="34" charset="-128"/>
                  </a:defRPr>
                </a:lvl6pPr>
                <a:lvl7pPr marL="2971800" indent="-228600" eaLnBrk="0" fontAlgn="base" hangingPunct="0">
                  <a:spcBef>
                    <a:spcPct val="0"/>
                  </a:spcBef>
                  <a:spcAft>
                    <a:spcPct val="0"/>
                  </a:spcAft>
                  <a:defRPr sz="2600">
                    <a:solidFill>
                      <a:schemeClr val="tx1"/>
                    </a:solidFill>
                    <a:latin typeface="Times" panose="02020603050405020304" pitchFamily="18" charset="0"/>
                    <a:ea typeface="MS PGothic" panose="020B0600070205080204" pitchFamily="34" charset="-128"/>
                  </a:defRPr>
                </a:lvl7pPr>
                <a:lvl8pPr marL="3429000" indent="-228600" eaLnBrk="0" fontAlgn="base" hangingPunct="0">
                  <a:spcBef>
                    <a:spcPct val="0"/>
                  </a:spcBef>
                  <a:spcAft>
                    <a:spcPct val="0"/>
                  </a:spcAft>
                  <a:defRPr sz="2600">
                    <a:solidFill>
                      <a:schemeClr val="tx1"/>
                    </a:solidFill>
                    <a:latin typeface="Times" panose="02020603050405020304" pitchFamily="18" charset="0"/>
                    <a:ea typeface="MS PGothic" panose="020B0600070205080204" pitchFamily="34" charset="-128"/>
                  </a:defRPr>
                </a:lvl8pPr>
                <a:lvl9pPr marL="3886200" indent="-228600" eaLnBrk="0" fontAlgn="base" hangingPunct="0">
                  <a:spcBef>
                    <a:spcPct val="0"/>
                  </a:spcBef>
                  <a:spcAft>
                    <a:spcPct val="0"/>
                  </a:spcAft>
                  <a:defRPr sz="2600">
                    <a:solidFill>
                      <a:schemeClr val="tx1"/>
                    </a:solidFill>
                    <a:latin typeface="Times" panose="02020603050405020304" pitchFamily="18" charset="0"/>
                    <a:ea typeface="MS PGothic" panose="020B0600070205080204" pitchFamily="34" charset="-128"/>
                  </a:defRPr>
                </a:lvl9pPr>
              </a:lstStyle>
              <a:p>
                <a:r>
                  <a:rPr lang="en-US" altLang="en-US" sz="3200" b="1" u="sng" dirty="0">
                    <a:latin typeface="Noto Sans" panose="020B0502040504020204" pitchFamily="34" charset="0"/>
                    <a:ea typeface="Noto Sans" panose="020B0502040504020204" pitchFamily="34" charset="0"/>
                    <a:cs typeface="Noto Sans" panose="020B0502040504020204" pitchFamily="34" charset="0"/>
                  </a:rPr>
                  <a:t>Proposed Idea and Methodology</a:t>
                </a:r>
              </a:p>
              <a:p>
                <a:pPr marL="606220" indent="-606220" algn="just">
                  <a:buFont typeface="Wingdings" panose="05000000000000000000" pitchFamily="2" charset="2"/>
                  <a:buChar char="§"/>
                </a:pPr>
                <a:endParaRPr lang="en-US" altLang="en-US" sz="3395" dirty="0">
                  <a:latin typeface="Noto Sans" panose="020B0502040504020204" pitchFamily="34" charset="0"/>
                  <a:ea typeface="Noto Sans" panose="020B0502040504020204" pitchFamily="34" charset="0"/>
                  <a:cs typeface="Noto Sans" panose="020B0502040504020204" pitchFamily="34" charset="0"/>
                </a:endParaRPr>
              </a:p>
            </p:txBody>
          </p:sp>
          <p:grpSp>
            <p:nvGrpSpPr>
              <p:cNvPr id="60" name="Group 59">
                <a:extLst>
                  <a:ext uri="{FF2B5EF4-FFF2-40B4-BE49-F238E27FC236}">
                    <a16:creationId xmlns:a16="http://schemas.microsoft.com/office/drawing/2014/main" id="{AB1585CA-6242-4326-BD02-4DB265DA8BC7}"/>
                  </a:ext>
                </a:extLst>
              </p:cNvPr>
              <p:cNvGrpSpPr/>
              <p:nvPr/>
            </p:nvGrpSpPr>
            <p:grpSpPr>
              <a:xfrm>
                <a:off x="579409" y="18751371"/>
                <a:ext cx="16775116" cy="2369877"/>
                <a:chOff x="22828472" y="10002469"/>
                <a:chExt cx="15586147" cy="3521088"/>
              </a:xfrm>
            </p:grpSpPr>
            <p:sp>
              <p:nvSpPr>
                <p:cNvPr id="61" name="Title 1">
                  <a:extLst>
                    <a:ext uri="{FF2B5EF4-FFF2-40B4-BE49-F238E27FC236}">
                      <a16:creationId xmlns:a16="http://schemas.microsoft.com/office/drawing/2014/main" id="{14B36977-42E3-4458-8696-3FB277F8EC92}"/>
                    </a:ext>
                  </a:extLst>
                </p:cNvPr>
                <p:cNvSpPr txBox="1">
                  <a:spLocks/>
                </p:cNvSpPr>
                <p:nvPr/>
              </p:nvSpPr>
              <p:spPr>
                <a:xfrm>
                  <a:off x="25054415" y="11284015"/>
                  <a:ext cx="4332151" cy="563461"/>
                </a:xfrm>
                <a:prstGeom prst="rect">
                  <a:avLst/>
                </a:prstGeom>
              </p:spPr>
              <p:txBody>
                <a:bodyPr vert="horz" lIns="91440" tIns="45720" rIns="91440" bIns="45720" rtlCol="0" anchor="t">
                  <a:normAutofit fontScale="77500" lnSpcReduction="20000"/>
                </a:bodyPr>
                <a:lst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200" b="0" i="0" u="none" strike="noStrike" kern="1200" cap="all" spc="0" normalizeH="0" baseline="0" noProof="0" dirty="0">
                      <a:ln>
                        <a:noFill/>
                      </a:ln>
                      <a:solidFill>
                        <a:sysClr val="windowText" lastClr="000000"/>
                      </a:solidFill>
                      <a:effectLst/>
                      <a:uLnTx/>
                      <a:uFillTx/>
                      <a:latin typeface="Gill Sans MT" panose="020B0502020104020203"/>
                      <a:ea typeface="+mj-ea"/>
                      <a:cs typeface="+mj-cs"/>
                    </a:rPr>
                    <a:t>Attack Classification</a:t>
                  </a:r>
                </a:p>
              </p:txBody>
            </p:sp>
            <p:sp>
              <p:nvSpPr>
                <p:cNvPr id="62" name="Content Placeholder 2">
                  <a:extLst>
                    <a:ext uri="{FF2B5EF4-FFF2-40B4-BE49-F238E27FC236}">
                      <a16:creationId xmlns:a16="http://schemas.microsoft.com/office/drawing/2014/main" id="{1B861CF7-81FD-4CC5-A7A0-E6713E2D6F5B}"/>
                    </a:ext>
                  </a:extLst>
                </p:cNvPr>
                <p:cNvSpPr txBox="1">
                  <a:spLocks/>
                </p:cNvSpPr>
                <p:nvPr/>
              </p:nvSpPr>
              <p:spPr>
                <a:xfrm>
                  <a:off x="22828472" y="11514238"/>
                  <a:ext cx="8087729" cy="2009319"/>
                </a:xfrm>
                <a:prstGeom prst="rect">
                  <a:avLst/>
                </a:prstGeom>
              </p:spPr>
              <p:txBody>
                <a:bodyPr vert="horz" lIns="91440" tIns="45720" rIns="91440" bIns="45720" rtlCol="0" anchor="t">
                  <a:no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marL="228600" marR="0" lvl="0" indent="-228600" algn="l" defTabSz="914400" rtl="0" eaLnBrk="1" fontAlgn="auto" latinLnBrk="0" hangingPunct="1">
                    <a:lnSpc>
                      <a:spcPct val="120000"/>
                    </a:lnSpc>
                    <a:spcBef>
                      <a:spcPts val="1000"/>
                    </a:spcBef>
                    <a:spcAft>
                      <a:spcPts val="0"/>
                    </a:spcAft>
                    <a:buClr>
                      <a:srgbClr val="B71E42"/>
                    </a:buClr>
                    <a:buSzPct val="100000"/>
                    <a:buFont typeface="Arial" panose="020B0604020202020204" pitchFamily="34" charset="0"/>
                    <a:buChar char="•"/>
                    <a:tabLst/>
                    <a:defRPr/>
                  </a:pPr>
                  <a:r>
                    <a:rPr kumimoji="0" lang="en-US" sz="1600" b="0" i="0" u="none" strike="noStrike" kern="1200" cap="none" spc="0" normalizeH="0" baseline="0" noProof="0" dirty="0">
                      <a:ln>
                        <a:noFill/>
                      </a:ln>
                      <a:solidFill>
                        <a:sysClr val="windowText" lastClr="000000"/>
                      </a:solidFill>
                      <a:effectLst/>
                      <a:uLnTx/>
                      <a:uFillTx/>
                      <a:latin typeface="Gill Sans MT" panose="020B0502020104020203"/>
                      <a:ea typeface="+mn-ea"/>
                      <a:cs typeface="+mn-cs"/>
                    </a:rPr>
                    <a:t>Attacker may physically access the power distribution board</a:t>
                  </a:r>
                </a:p>
                <a:p>
                  <a:pPr marL="228600" marR="0" lvl="0" indent="-228600" algn="l" defTabSz="914400" rtl="0" eaLnBrk="1" fontAlgn="auto" latinLnBrk="0" hangingPunct="1">
                    <a:lnSpc>
                      <a:spcPct val="120000"/>
                    </a:lnSpc>
                    <a:spcBef>
                      <a:spcPts val="1000"/>
                    </a:spcBef>
                    <a:spcAft>
                      <a:spcPts val="0"/>
                    </a:spcAft>
                    <a:buClr>
                      <a:srgbClr val="B71E42"/>
                    </a:buClr>
                    <a:buSzPct val="100000"/>
                    <a:buFont typeface="Arial" panose="020B0604020202020204" pitchFamily="34" charset="0"/>
                    <a:buChar char="•"/>
                    <a:tabLst/>
                    <a:defRPr/>
                  </a:pPr>
                  <a:r>
                    <a:rPr kumimoji="0" lang="en-US" sz="1600" b="0" i="0" u="none" strike="noStrike" kern="1200" cap="none" spc="0" normalizeH="0" baseline="0" noProof="0" dirty="0">
                      <a:ln>
                        <a:noFill/>
                      </a:ln>
                      <a:solidFill>
                        <a:sysClr val="windowText" lastClr="000000"/>
                      </a:solidFill>
                      <a:effectLst/>
                      <a:uLnTx/>
                      <a:uFillTx/>
                      <a:latin typeface="Gill Sans MT" panose="020B0502020104020203"/>
                      <a:ea typeface="+mn-ea"/>
                      <a:cs typeface="+mn-cs"/>
                    </a:rPr>
                    <a:t>Steal power to make the household pay the bills</a:t>
                  </a:r>
                </a:p>
                <a:p>
                  <a:pPr fontAlgn="auto">
                    <a:spcAft>
                      <a:spcPts val="0"/>
                    </a:spcAft>
                    <a:buClr>
                      <a:srgbClr val="B71E42"/>
                    </a:buClr>
                    <a:defRPr/>
                  </a:pPr>
                  <a:r>
                    <a:rPr kumimoji="0" lang="en-US" sz="1600" b="0" i="0" u="none" strike="noStrike" kern="1200" cap="none" spc="0" normalizeH="0" baseline="0" noProof="0" dirty="0">
                      <a:ln>
                        <a:noFill/>
                      </a:ln>
                      <a:solidFill>
                        <a:sysClr val="windowText" lastClr="000000"/>
                      </a:solidFill>
                      <a:effectLst/>
                      <a:uLnTx/>
                      <a:uFillTx/>
                      <a:latin typeface="Gill Sans MT" panose="020B0502020104020203"/>
                      <a:ea typeface="+mn-ea"/>
                      <a:cs typeface="+mn-cs"/>
                    </a:rPr>
                    <a:t>Attacks identified and classified as: </a:t>
                  </a:r>
                  <a:r>
                    <a:rPr lang="en-US" sz="1600" dirty="0">
                      <a:solidFill>
                        <a:prstClr val="black"/>
                      </a:solidFill>
                      <a:latin typeface="Gill Sans MT" panose="020B0502020104020203"/>
                      <a:ea typeface="+mn-ea"/>
                    </a:rPr>
                    <a:t>Smart attacks &amp; Legacy attacks:</a:t>
                  </a:r>
                  <a:endParaRPr kumimoji="0" lang="en-US" sz="1600" b="0" i="0" u="none" strike="noStrike" kern="1200" cap="none" spc="0" normalizeH="0" baseline="0" noProof="0" dirty="0">
                    <a:ln>
                      <a:noFill/>
                    </a:ln>
                    <a:solidFill>
                      <a:sysClr val="windowText" lastClr="000000"/>
                    </a:solidFill>
                    <a:effectLst/>
                    <a:uLnTx/>
                    <a:uFillTx/>
                    <a:latin typeface="Gill Sans MT" panose="020B0502020104020203"/>
                    <a:ea typeface="+mn-ea"/>
                    <a:cs typeface="+mn-cs"/>
                  </a:endParaRPr>
                </a:p>
                <a:p>
                  <a:pPr lvl="1" fontAlgn="auto">
                    <a:spcAft>
                      <a:spcPts val="0"/>
                    </a:spcAft>
                    <a:buClr>
                      <a:srgbClr val="B71E42"/>
                    </a:buClr>
                  </a:pPr>
                  <a:r>
                    <a:rPr kumimoji="0" lang="en-US" sz="1600" b="0" i="0" u="none" strike="noStrike" kern="1200" cap="none" spc="0" normalizeH="0" baseline="0" noProof="0" dirty="0">
                      <a:ln>
                        <a:noFill/>
                      </a:ln>
                      <a:solidFill>
                        <a:sysClr val="windowText" lastClr="000000"/>
                      </a:solidFill>
                      <a:effectLst/>
                      <a:uLnTx/>
                      <a:uFillTx/>
                      <a:latin typeface="Gill Sans MT" panose="020B0502020104020203"/>
                      <a:ea typeface="+mn-ea"/>
                      <a:cs typeface="+mn-cs"/>
                    </a:rPr>
                    <a:t>Baseload: Attack:  </a:t>
                  </a:r>
                  <a:r>
                    <a:rPr lang="en-US" sz="1600" dirty="0">
                      <a:effectLst/>
                      <a:latin typeface="Times New Roman" panose="02020603050405020304" pitchFamily="18" charset="0"/>
                      <a:ea typeface="Times New Roman" panose="02020603050405020304" pitchFamily="18" charset="0"/>
                    </a:rPr>
                    <a:t>Baseload theft of 100W for 24hrs </a:t>
                  </a:r>
                  <a:endParaRPr kumimoji="0" lang="en-US" sz="1600" b="0" i="0" u="none" strike="noStrike" kern="1200" cap="none" spc="0" normalizeH="0" baseline="0" noProof="0" dirty="0">
                    <a:ln>
                      <a:noFill/>
                    </a:ln>
                    <a:solidFill>
                      <a:sysClr val="windowText" lastClr="000000"/>
                    </a:solidFill>
                    <a:effectLst/>
                    <a:uLnTx/>
                    <a:uFillTx/>
                    <a:latin typeface="Gill Sans MT" panose="020B0502020104020203"/>
                    <a:ea typeface="+mn-ea"/>
                    <a:cs typeface="+mn-cs"/>
                  </a:endParaRPr>
                </a:p>
                <a:p>
                  <a:pPr lvl="1" fontAlgn="auto">
                    <a:spcAft>
                      <a:spcPts val="0"/>
                    </a:spcAft>
                    <a:buClr>
                      <a:srgbClr val="B71E42"/>
                    </a:buClr>
                  </a:pPr>
                  <a:r>
                    <a:rPr kumimoji="0" lang="en-US" sz="1600" b="0" i="0" u="none" strike="noStrike" kern="1200" cap="none" spc="0" normalizeH="0" baseline="0" noProof="0" dirty="0" err="1">
                      <a:ln>
                        <a:noFill/>
                      </a:ln>
                      <a:solidFill>
                        <a:sysClr val="windowText" lastClr="000000"/>
                      </a:solidFill>
                      <a:effectLst/>
                      <a:uLnTx/>
                      <a:uFillTx/>
                      <a:latin typeface="Gill Sans MT" panose="020B0502020104020203"/>
                      <a:ea typeface="+mn-ea"/>
                      <a:cs typeface="+mn-cs"/>
                    </a:rPr>
                    <a:t>Weakload</a:t>
                  </a:r>
                  <a:r>
                    <a:rPr kumimoji="0" lang="en-US" sz="1600" b="0" i="0" u="none" strike="noStrike" kern="1200" cap="none" spc="0" normalizeH="0" baseline="0" noProof="0" dirty="0">
                      <a:ln>
                        <a:noFill/>
                      </a:ln>
                      <a:solidFill>
                        <a:sysClr val="windowText" lastClr="000000"/>
                      </a:solidFill>
                      <a:effectLst/>
                      <a:uLnTx/>
                      <a:uFillTx/>
                      <a:latin typeface="Gill Sans MT" panose="020B0502020104020203"/>
                      <a:ea typeface="+mn-ea"/>
                      <a:cs typeface="+mn-cs"/>
                    </a:rPr>
                    <a:t> Attack: </a:t>
                  </a:r>
                  <a:r>
                    <a:rPr lang="en-US" sz="1600" dirty="0" err="1">
                      <a:effectLst/>
                      <a:latin typeface="Times New Roman" panose="02020603050405020304" pitchFamily="18" charset="0"/>
                      <a:ea typeface="Times New Roman" panose="02020603050405020304" pitchFamily="18" charset="0"/>
                    </a:rPr>
                    <a:t>Weakload</a:t>
                  </a:r>
                  <a:r>
                    <a:rPr lang="en-US" sz="1600" dirty="0">
                      <a:effectLst/>
                      <a:latin typeface="Times New Roman" panose="02020603050405020304" pitchFamily="18" charset="0"/>
                      <a:ea typeface="Times New Roman" panose="02020603050405020304" pitchFamily="18" charset="0"/>
                    </a:rPr>
                    <a:t> theft of 500W at (threshold 100W)</a:t>
                  </a:r>
                  <a:r>
                    <a:rPr kumimoji="0" lang="en-US" sz="1600" b="0" i="0" u="none" strike="noStrike" kern="1200" cap="none" spc="0" normalizeH="0" baseline="0" noProof="0" dirty="0">
                      <a:ln>
                        <a:noFill/>
                      </a:ln>
                      <a:solidFill>
                        <a:sysClr val="windowText" lastClr="000000"/>
                      </a:solidFill>
                      <a:effectLst/>
                      <a:uLnTx/>
                      <a:uFillTx/>
                      <a:latin typeface="Gill Sans MT" panose="020B0502020104020203"/>
                      <a:ea typeface="+mn-ea"/>
                      <a:cs typeface="+mn-cs"/>
                    </a:rPr>
                    <a:t> </a:t>
                  </a:r>
                </a:p>
                <a:p>
                  <a:pPr lvl="1" fontAlgn="auto">
                    <a:spcAft>
                      <a:spcPts val="0"/>
                    </a:spcAft>
                    <a:buClr>
                      <a:srgbClr val="B71E42"/>
                    </a:buClr>
                  </a:pPr>
                  <a:r>
                    <a:rPr kumimoji="0" lang="en-US" sz="1600" b="0" i="0" u="none" strike="noStrike" kern="1200" cap="none" spc="0" normalizeH="0" baseline="0" noProof="0" dirty="0" err="1">
                      <a:ln>
                        <a:noFill/>
                      </a:ln>
                      <a:solidFill>
                        <a:sysClr val="windowText" lastClr="000000"/>
                      </a:solidFill>
                      <a:effectLst/>
                      <a:uLnTx/>
                      <a:uFillTx/>
                      <a:latin typeface="Gill Sans MT" panose="020B0502020104020203"/>
                      <a:ea typeface="+mn-ea"/>
                      <a:cs typeface="+mn-cs"/>
                    </a:rPr>
                    <a:t>Peakhour</a:t>
                  </a:r>
                  <a:r>
                    <a:rPr kumimoji="0" lang="en-US" sz="1600" b="0" i="0" u="none" strike="noStrike" kern="1200" cap="none" spc="0" normalizeH="0" baseline="0" noProof="0" dirty="0">
                      <a:ln>
                        <a:noFill/>
                      </a:ln>
                      <a:solidFill>
                        <a:sysClr val="windowText" lastClr="000000"/>
                      </a:solidFill>
                      <a:effectLst/>
                      <a:uLnTx/>
                      <a:uFillTx/>
                      <a:latin typeface="Gill Sans MT" panose="020B0502020104020203"/>
                      <a:ea typeface="+mn-ea"/>
                      <a:cs typeface="+mn-cs"/>
                    </a:rPr>
                    <a:t> Attack: </a:t>
                  </a:r>
                  <a:r>
                    <a:rPr lang="en-US" sz="1600" dirty="0" err="1">
                      <a:effectLst/>
                      <a:latin typeface="Times New Roman" panose="02020603050405020304" pitchFamily="18" charset="0"/>
                      <a:ea typeface="Times New Roman" panose="02020603050405020304" pitchFamily="18" charset="0"/>
                    </a:rPr>
                    <a:t>Peakhour</a:t>
                  </a:r>
                  <a:r>
                    <a:rPr lang="en-US" sz="1600" dirty="0">
                      <a:effectLst/>
                      <a:latin typeface="Times New Roman" panose="02020603050405020304" pitchFamily="18" charset="0"/>
                      <a:ea typeface="Times New Roman" panose="02020603050405020304" pitchFamily="18" charset="0"/>
                    </a:rPr>
                    <a:t> theft of 2000W at (threshold 500W)</a:t>
                  </a:r>
                  <a:endParaRPr kumimoji="0" lang="en-US" sz="1600" b="0" i="0" u="none" strike="noStrike" kern="1200" cap="none" spc="0" normalizeH="0" baseline="0" noProof="0" dirty="0">
                    <a:ln>
                      <a:noFill/>
                    </a:ln>
                    <a:solidFill>
                      <a:sysClr val="windowText" lastClr="000000"/>
                    </a:solidFill>
                    <a:effectLst/>
                    <a:uLnTx/>
                    <a:uFillTx/>
                    <a:latin typeface="Gill Sans MT" panose="020B0502020104020203"/>
                    <a:ea typeface="+mn-ea"/>
                    <a:cs typeface="+mn-cs"/>
                  </a:endParaRPr>
                </a:p>
                <a:p>
                  <a:pPr marL="685800" marR="0" lvl="1" indent="-228600" algn="l" defTabSz="914400" rtl="0" eaLnBrk="1" fontAlgn="auto" latinLnBrk="0" hangingPunct="1">
                    <a:lnSpc>
                      <a:spcPct val="120000"/>
                    </a:lnSpc>
                    <a:spcBef>
                      <a:spcPts val="500"/>
                    </a:spcBef>
                    <a:spcAft>
                      <a:spcPts val="0"/>
                    </a:spcAft>
                    <a:buClr>
                      <a:srgbClr val="B71E42"/>
                    </a:buClr>
                    <a:buSzPct val="100000"/>
                    <a:buFont typeface="Arial" panose="020B0604020202020204" pitchFamily="34" charset="0"/>
                    <a:buChar char="•"/>
                    <a:tabLst/>
                    <a:defRPr/>
                  </a:pPr>
                  <a:r>
                    <a:rPr kumimoji="0" lang="en-US" sz="1600" b="0" i="0" u="none" strike="noStrike" kern="1200" cap="none" spc="0" normalizeH="0" baseline="0" noProof="0" dirty="0">
                      <a:ln>
                        <a:noFill/>
                      </a:ln>
                      <a:solidFill>
                        <a:sysClr val="windowText" lastClr="000000"/>
                      </a:solidFill>
                      <a:effectLst/>
                      <a:uLnTx/>
                      <a:uFillTx/>
                      <a:latin typeface="Gill Sans MT" panose="020B0502020104020203"/>
                      <a:ea typeface="+mn-ea"/>
                      <a:cs typeface="+mn-cs"/>
                    </a:rPr>
                    <a:t>Midnight attack: </a:t>
                  </a:r>
                  <a:r>
                    <a:rPr lang="en-US" sz="1600" dirty="0">
                      <a:effectLst/>
                      <a:latin typeface="Times New Roman" panose="02020603050405020304" pitchFamily="18" charset="0"/>
                      <a:ea typeface="Times New Roman" panose="02020603050405020304" pitchFamily="18" charset="0"/>
                    </a:rPr>
                    <a:t>Midnight theft of 1000W randomly at 1:00am – 3:00am</a:t>
                  </a:r>
                  <a:endParaRPr kumimoji="0" lang="en-US" sz="1600" b="0" i="0" u="none" strike="noStrike" kern="1200" cap="none" spc="0" normalizeH="0" baseline="0" noProof="0" dirty="0">
                    <a:ln>
                      <a:noFill/>
                    </a:ln>
                    <a:solidFill>
                      <a:sysClr val="windowText" lastClr="000000"/>
                    </a:solidFill>
                    <a:effectLst/>
                    <a:uLnTx/>
                    <a:uFillTx/>
                    <a:latin typeface="Gill Sans MT" panose="020B0502020104020203"/>
                    <a:ea typeface="+mn-ea"/>
                    <a:cs typeface="+mn-cs"/>
                  </a:endParaRPr>
                </a:p>
                <a:p>
                  <a:pPr marL="685800" marR="0" lvl="1" indent="-228600" algn="l" defTabSz="914400" rtl="0" eaLnBrk="1" fontAlgn="auto" latinLnBrk="0" hangingPunct="1">
                    <a:lnSpc>
                      <a:spcPct val="120000"/>
                    </a:lnSpc>
                    <a:spcBef>
                      <a:spcPts val="500"/>
                    </a:spcBef>
                    <a:spcAft>
                      <a:spcPts val="0"/>
                    </a:spcAft>
                    <a:buClr>
                      <a:srgbClr val="B71E42"/>
                    </a:buClr>
                    <a:buSzPct val="100000"/>
                    <a:buFont typeface="Arial" panose="020B0604020202020204" pitchFamily="34" charset="0"/>
                    <a:buChar char="•"/>
                    <a:tabLst/>
                    <a:defRPr/>
                  </a:pPr>
                  <a:r>
                    <a:rPr kumimoji="0" lang="en-US" sz="1600" b="0" i="0" u="none" strike="noStrike" kern="1200" cap="none" spc="0" normalizeH="0" baseline="0" noProof="0" dirty="0">
                      <a:ln>
                        <a:noFill/>
                      </a:ln>
                      <a:solidFill>
                        <a:sysClr val="windowText" lastClr="000000"/>
                      </a:solidFill>
                      <a:effectLst/>
                      <a:uLnTx/>
                      <a:uFillTx/>
                      <a:latin typeface="Gill Sans MT" panose="020B0502020104020203"/>
                      <a:ea typeface="+mn-ea"/>
                      <a:cs typeface="+mn-cs"/>
                    </a:rPr>
                    <a:t>Evil-Twin Attack: </a:t>
                  </a:r>
                  <a:r>
                    <a:rPr lang="en-US" sz="1600" dirty="0">
                      <a:effectLst/>
                      <a:latin typeface="Times New Roman" panose="02020603050405020304" pitchFamily="18" charset="0"/>
                      <a:ea typeface="Times New Roman" panose="02020603050405020304" pitchFamily="18" charset="0"/>
                    </a:rPr>
                    <a:t>Evil-Twin theft of aggregated power consumption of two houses</a:t>
                  </a:r>
                  <a:r>
                    <a:rPr kumimoji="0" lang="en-US" sz="1600" b="0" i="0" u="none" strike="noStrike" kern="1200" cap="none" spc="0" normalizeH="0" baseline="0" noProof="0" dirty="0">
                      <a:ln>
                        <a:noFill/>
                      </a:ln>
                      <a:solidFill>
                        <a:sysClr val="windowText" lastClr="000000"/>
                      </a:solidFill>
                      <a:effectLst/>
                      <a:uLnTx/>
                      <a:uFillTx/>
                      <a:latin typeface="Gill Sans MT" panose="020B0502020104020203"/>
                      <a:ea typeface="+mn-ea"/>
                      <a:cs typeface="+mn-cs"/>
                    </a:rPr>
                    <a:t> </a:t>
                  </a:r>
                  <a:endParaRPr kumimoji="0" lang="en-US" sz="1600" b="0" i="0" u="none" strike="noStrike" kern="1200" cap="none" spc="0" normalizeH="0" baseline="0" noProof="0" dirty="0">
                    <a:ln>
                      <a:noFill/>
                    </a:ln>
                    <a:solidFill>
                      <a:sysClr val="windowText" lastClr="000000"/>
                    </a:solidFill>
                    <a:effectLst/>
                    <a:uLnTx/>
                    <a:uFillTx/>
                    <a:latin typeface="Times New Roman" panose="02020603050405020304" pitchFamily="18" charset="0"/>
                    <a:ea typeface="Times New Roman" panose="02020603050405020304" pitchFamily="18" charset="0"/>
                    <a:cs typeface="+mn-cs"/>
                  </a:endParaRPr>
                </a:p>
              </p:txBody>
            </p:sp>
            <p:sp>
              <p:nvSpPr>
                <p:cNvPr id="63" name="TextBox 62">
                  <a:extLst>
                    <a:ext uri="{FF2B5EF4-FFF2-40B4-BE49-F238E27FC236}">
                      <a16:creationId xmlns:a16="http://schemas.microsoft.com/office/drawing/2014/main" id="{08B22FD7-4A2E-475C-89B4-62885C69D635}"/>
                    </a:ext>
                  </a:extLst>
                </p:cNvPr>
                <p:cNvSpPr txBox="1"/>
                <p:nvPr/>
              </p:nvSpPr>
              <p:spPr>
                <a:xfrm>
                  <a:off x="34833160" y="10002469"/>
                  <a:ext cx="3581459" cy="369332"/>
                </a:xfrm>
                <a:prstGeom prst="rect">
                  <a:avLst/>
                </a:prstGeom>
                <a:noFill/>
              </p:spPr>
              <p:txBody>
                <a:bodyPr wrap="square" rtlCol="0">
                  <a:spAutoFit/>
                </a:bodyPr>
                <a:lstStyle/>
                <a:p>
                  <a:pPr defTabSz="457200" eaLnBrk="1" fontAlgn="auto" hangingPunct="1">
                    <a:spcBef>
                      <a:spcPts val="0"/>
                    </a:spcBef>
                    <a:spcAft>
                      <a:spcPts val="0"/>
                    </a:spcAft>
                  </a:pPr>
                  <a:r>
                    <a:rPr lang="en-US" sz="1200" dirty="0">
                      <a:solidFill>
                        <a:prstClr val="black"/>
                      </a:solidFill>
                      <a:latin typeface="Gill Sans MT" panose="020B0502020104020203"/>
                      <a:ea typeface="+mn-ea"/>
                    </a:rPr>
                    <a:t>Fig 1: Scenarios of electricity theft attack in our study</a:t>
                  </a:r>
                  <a:r>
                    <a:rPr lang="en-US" sz="1800" dirty="0">
                      <a:solidFill>
                        <a:prstClr val="black"/>
                      </a:solidFill>
                      <a:latin typeface="Gill Sans MT" panose="020B0502020104020203"/>
                      <a:ea typeface="+mn-ea"/>
                    </a:rPr>
                    <a:t>.</a:t>
                  </a:r>
                </a:p>
              </p:txBody>
            </p:sp>
          </p:grpSp>
          <p:grpSp>
            <p:nvGrpSpPr>
              <p:cNvPr id="64" name="Group 63">
                <a:extLst>
                  <a:ext uri="{FF2B5EF4-FFF2-40B4-BE49-F238E27FC236}">
                    <a16:creationId xmlns:a16="http://schemas.microsoft.com/office/drawing/2014/main" id="{BB5757FB-BD04-478D-A014-566439B31FEE}"/>
                  </a:ext>
                </a:extLst>
              </p:cNvPr>
              <p:cNvGrpSpPr/>
              <p:nvPr/>
            </p:nvGrpSpPr>
            <p:grpSpPr>
              <a:xfrm>
                <a:off x="626437" y="22729992"/>
                <a:ext cx="10441347" cy="2966767"/>
                <a:chOff x="22014004" y="16311811"/>
                <a:chExt cx="10875094" cy="5581799"/>
              </a:xfrm>
            </p:grpSpPr>
            <p:sp>
              <p:nvSpPr>
                <p:cNvPr id="65" name="Content Placeholder 2">
                  <a:extLst>
                    <a:ext uri="{FF2B5EF4-FFF2-40B4-BE49-F238E27FC236}">
                      <a16:creationId xmlns:a16="http://schemas.microsoft.com/office/drawing/2014/main" id="{7256C9D6-E845-450B-9016-8E9F5987491A}"/>
                    </a:ext>
                  </a:extLst>
                </p:cNvPr>
                <p:cNvSpPr txBox="1">
                  <a:spLocks/>
                </p:cNvSpPr>
                <p:nvPr/>
              </p:nvSpPr>
              <p:spPr>
                <a:xfrm>
                  <a:off x="22014004" y="16311811"/>
                  <a:ext cx="10515600" cy="4687762"/>
                </a:xfrm>
                <a:prstGeom prst="rect">
                  <a:avLst/>
                </a:prstGeom>
              </p:spPr>
              <p:txBody>
                <a:bodyPr vert="horz" lIns="91440" tIns="45720" rIns="91440" bIns="45720" rtlCol="0" anchor="t">
                  <a:normAutofit/>
                </a:bodyPr>
                <a:lstStyle>
                  <a:lvl1pPr marL="228600" indent="-228600" algn="l" defTabSz="914400" rtl="0" eaLnBrk="1" latinLnBrk="0" hangingPunct="1">
                    <a:lnSpc>
                      <a:spcPct val="120000"/>
                    </a:lnSpc>
                    <a:spcBef>
                      <a:spcPts val="1000"/>
                    </a:spcBef>
                    <a:buClr>
                      <a:schemeClr val="accent1"/>
                    </a:buClr>
                    <a:buSzPct val="100000"/>
                    <a:buFont typeface="Arial" panose="020B0604020202020204" pitchFamily="34" charset="0"/>
                    <a:buChar char="•"/>
                    <a:defRPr sz="2000" kern="1200">
                      <a:solidFill>
                        <a:schemeClr val="tx1"/>
                      </a:solidFill>
                      <a:effectLst/>
                      <a:latin typeface="+mn-lt"/>
                      <a:ea typeface="+mn-ea"/>
                      <a:cs typeface="+mn-cs"/>
                    </a:defRPr>
                  </a:lvl1pPr>
                  <a:lvl2pPr marL="685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800" kern="1200" cap="none" baseline="0">
                      <a:solidFill>
                        <a:schemeClr val="tx1"/>
                      </a:solidFill>
                      <a:effectLst/>
                      <a:latin typeface="+mn-lt"/>
                      <a:ea typeface="+mn-ea"/>
                      <a:cs typeface="+mn-cs"/>
                    </a:defRPr>
                  </a:lvl2pPr>
                  <a:lvl3pPr marL="1143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600" kern="1200">
                      <a:solidFill>
                        <a:schemeClr val="tx1"/>
                      </a:solidFill>
                      <a:effectLst/>
                      <a:latin typeface="+mn-lt"/>
                      <a:ea typeface="+mn-ea"/>
                      <a:cs typeface="+mn-cs"/>
                    </a:defRPr>
                  </a:lvl3pPr>
                  <a:lvl4pPr marL="1600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400" kern="1200" cap="none" baseline="0">
                      <a:solidFill>
                        <a:schemeClr val="tx1"/>
                      </a:solidFill>
                      <a:effectLst/>
                      <a:latin typeface="+mn-lt"/>
                      <a:ea typeface="+mn-ea"/>
                      <a:cs typeface="+mn-cs"/>
                    </a:defRPr>
                  </a:lvl4pPr>
                  <a:lvl5pPr marL="20574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5pPr>
                  <a:lvl6pPr marL="25146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6pPr>
                  <a:lvl7pPr marL="29718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a:solidFill>
                        <a:schemeClr val="tx1"/>
                      </a:solidFill>
                      <a:effectLst/>
                      <a:latin typeface="+mn-lt"/>
                      <a:ea typeface="+mn-ea"/>
                      <a:cs typeface="+mn-cs"/>
                    </a:defRPr>
                  </a:lvl7pPr>
                  <a:lvl8pPr marL="34290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8pPr>
                  <a:lvl9pPr marL="3886200" indent="-228600" algn="l" defTabSz="914400" rtl="0" eaLnBrk="1" latinLnBrk="0" hangingPunct="1">
                    <a:lnSpc>
                      <a:spcPct val="120000"/>
                    </a:lnSpc>
                    <a:spcBef>
                      <a:spcPts val="500"/>
                    </a:spcBef>
                    <a:buClr>
                      <a:schemeClr val="accent1"/>
                    </a:buClr>
                    <a:buSzPct val="100000"/>
                    <a:buFont typeface="Arial" panose="020B0604020202020204" pitchFamily="34" charset="0"/>
                    <a:buChar char="•"/>
                    <a:defRPr sz="1200" kern="1200" baseline="0">
                      <a:solidFill>
                        <a:schemeClr val="tx1"/>
                      </a:solidFill>
                      <a:effectLst/>
                      <a:latin typeface="+mn-lt"/>
                      <a:ea typeface="+mn-ea"/>
                      <a:cs typeface="+mn-cs"/>
                    </a:defRPr>
                  </a:lvl9pPr>
                </a:lstStyle>
                <a:p>
                  <a:pPr marL="228600" marR="0" lvl="0" indent="-228600" algn="l" defTabSz="914400" rtl="0" eaLnBrk="1" fontAlgn="auto" latinLnBrk="0" hangingPunct="1">
                    <a:lnSpc>
                      <a:spcPct val="120000"/>
                    </a:lnSpc>
                    <a:spcBef>
                      <a:spcPts val="1000"/>
                    </a:spcBef>
                    <a:spcAft>
                      <a:spcPts val="0"/>
                    </a:spcAft>
                    <a:buClr>
                      <a:srgbClr val="B71E42"/>
                    </a:buClr>
                    <a:buSzPct val="100000"/>
                    <a:buFont typeface="Arial" panose="020B0604020202020204" pitchFamily="34" charset="0"/>
                    <a:buChar char="•"/>
                    <a:tabLst/>
                    <a:defRPr/>
                  </a:pPr>
                  <a:r>
                    <a:rPr kumimoji="0" lang="en-US" sz="3200" b="0" i="0" u="none" strike="noStrike" kern="1200" cap="none" spc="0" normalizeH="0" baseline="0" noProof="0" dirty="0">
                      <a:ln>
                        <a:noFill/>
                      </a:ln>
                      <a:solidFill>
                        <a:sysClr val="windowText" lastClr="000000"/>
                      </a:solidFill>
                      <a:effectLst/>
                      <a:uLnTx/>
                      <a:uFillTx/>
                      <a:latin typeface="Gill Sans MT" panose="020B0502020104020203"/>
                      <a:ea typeface="+mn-ea"/>
                      <a:cs typeface="+mn-cs"/>
                    </a:rPr>
                    <a:t>Synthetic attack data to validate Machine Learning (ML)</a:t>
                  </a:r>
                </a:p>
                <a:p>
                  <a:pPr marL="685800" marR="0" lvl="1" indent="-228600" algn="l" defTabSz="914400" rtl="0" eaLnBrk="1" fontAlgn="auto" latinLnBrk="0" hangingPunct="1">
                    <a:lnSpc>
                      <a:spcPct val="120000"/>
                    </a:lnSpc>
                    <a:spcBef>
                      <a:spcPts val="500"/>
                    </a:spcBef>
                    <a:spcAft>
                      <a:spcPts val="0"/>
                    </a:spcAft>
                    <a:buClr>
                      <a:srgbClr val="B71E42"/>
                    </a:buClr>
                    <a:buSzPct val="100000"/>
                    <a:buFont typeface="Arial" panose="020B0604020202020204" pitchFamily="34" charset="0"/>
                    <a:buChar char="•"/>
                    <a:tabLst/>
                    <a:defRPr/>
                  </a:pPr>
                  <a:r>
                    <a:rPr kumimoji="0" lang="en-US" sz="1800" b="0" i="0" u="none" strike="noStrike" kern="1200" cap="none" spc="0" normalizeH="0" baseline="0" noProof="0" dirty="0">
                      <a:ln>
                        <a:noFill/>
                      </a:ln>
                      <a:solidFill>
                        <a:sysClr val="windowText" lastClr="000000"/>
                      </a:solidFill>
                      <a:effectLst/>
                      <a:uLnTx/>
                      <a:uFillTx/>
                      <a:latin typeface="Gill Sans MT" panose="020B0502020104020203"/>
                      <a:ea typeface="+mn-ea"/>
                      <a:cs typeface="+mn-cs"/>
                    </a:rPr>
                    <a:t>Identify attacks types from legitimate electricity consumption patterns</a:t>
                  </a:r>
                </a:p>
                <a:p>
                  <a:pPr marL="685800" marR="0" lvl="1" indent="-228600" algn="l" defTabSz="914400" rtl="0" eaLnBrk="1" fontAlgn="auto" latinLnBrk="0" hangingPunct="1">
                    <a:lnSpc>
                      <a:spcPct val="120000"/>
                    </a:lnSpc>
                    <a:spcBef>
                      <a:spcPts val="500"/>
                    </a:spcBef>
                    <a:spcAft>
                      <a:spcPts val="0"/>
                    </a:spcAft>
                    <a:buClr>
                      <a:srgbClr val="B71E42"/>
                    </a:buClr>
                    <a:buSzPct val="100000"/>
                    <a:buFont typeface="Arial" panose="020B0604020202020204" pitchFamily="34" charset="0"/>
                    <a:buChar char="•"/>
                    <a:tabLst/>
                    <a:defRPr/>
                  </a:pPr>
                  <a:endParaRPr kumimoji="0" lang="en-US" sz="1800" b="0" i="0" u="none" strike="noStrike" kern="1200" cap="none" spc="0" normalizeH="0" baseline="0" noProof="0" dirty="0">
                    <a:ln>
                      <a:noFill/>
                    </a:ln>
                    <a:solidFill>
                      <a:sysClr val="windowText" lastClr="000000"/>
                    </a:solidFill>
                    <a:effectLst/>
                    <a:uLnTx/>
                    <a:uFillTx/>
                    <a:latin typeface="Gill Sans MT" panose="020B0502020104020203"/>
                    <a:ea typeface="+mn-ea"/>
                    <a:cs typeface="+mn-cs"/>
                  </a:endParaRPr>
                </a:p>
              </p:txBody>
            </p:sp>
            <p:pic>
              <p:nvPicPr>
                <p:cNvPr id="66" name="Picture 65">
                  <a:extLst>
                    <a:ext uri="{FF2B5EF4-FFF2-40B4-BE49-F238E27FC236}">
                      <a16:creationId xmlns:a16="http://schemas.microsoft.com/office/drawing/2014/main" id="{CBE9B40B-BC88-496C-B015-48D27424873D}"/>
                    </a:ext>
                  </a:extLst>
                </p:cNvPr>
                <p:cNvPicPr>
                  <a:picLocks noChangeAspect="1"/>
                </p:cNvPicPr>
                <p:nvPr/>
              </p:nvPicPr>
              <p:blipFill>
                <a:blip r:embed="rId18">
                  <a:extLst>
                    <a:ext uri="{28A0092B-C50C-407E-A947-70E740481C1C}">
                      <a14:useLocalDpi xmlns:a14="http://schemas.microsoft.com/office/drawing/2010/main" val="0"/>
                    </a:ext>
                  </a:extLst>
                </a:blip>
                <a:stretch>
                  <a:fillRect/>
                </a:stretch>
              </p:blipFill>
              <p:spPr>
                <a:xfrm>
                  <a:off x="22720399" y="17537280"/>
                  <a:ext cx="7429882" cy="2937930"/>
                </a:xfrm>
                <a:prstGeom prst="rect">
                  <a:avLst/>
                </a:prstGeom>
              </p:spPr>
            </p:pic>
            <p:sp>
              <p:nvSpPr>
                <p:cNvPr id="67" name="TextBox 66">
                  <a:extLst>
                    <a:ext uri="{FF2B5EF4-FFF2-40B4-BE49-F238E27FC236}">
                      <a16:creationId xmlns:a16="http://schemas.microsoft.com/office/drawing/2014/main" id="{0B059D6A-2302-4B07-A064-B9BDF9CE6D3B}"/>
                    </a:ext>
                  </a:extLst>
                </p:cNvPr>
                <p:cNvSpPr txBox="1"/>
                <p:nvPr/>
              </p:nvSpPr>
              <p:spPr>
                <a:xfrm>
                  <a:off x="30634570" y="18744385"/>
                  <a:ext cx="2254528" cy="646331"/>
                </a:xfrm>
                <a:prstGeom prst="rect">
                  <a:avLst/>
                </a:prstGeom>
                <a:noFill/>
              </p:spPr>
              <p:txBody>
                <a:bodyPr wrap="square" rtlCol="0">
                  <a:spAutoFit/>
                </a:bodyPr>
                <a:lstStyle/>
                <a:p>
                  <a:pPr defTabSz="457200" eaLnBrk="1" fontAlgn="auto" hangingPunct="1">
                    <a:spcBef>
                      <a:spcPts val="0"/>
                    </a:spcBef>
                    <a:spcAft>
                      <a:spcPts val="0"/>
                    </a:spcAft>
                  </a:pPr>
                  <a:r>
                    <a:rPr lang="en-US" sz="1800" i="1" dirty="0" err="1">
                      <a:solidFill>
                        <a:prstClr val="black"/>
                      </a:solidFill>
                      <a:latin typeface="Gill Sans MT" panose="020B0502020104020203"/>
                      <a:ea typeface="+mn-ea"/>
                    </a:rPr>
                    <a:t>x</a:t>
                  </a:r>
                  <a:r>
                    <a:rPr lang="en-US" sz="1800" i="1" baseline="-25000" dirty="0" err="1">
                      <a:solidFill>
                        <a:prstClr val="black"/>
                      </a:solidFill>
                      <a:latin typeface="Gill Sans MT" panose="020B0502020104020203"/>
                      <a:ea typeface="+mn-ea"/>
                    </a:rPr>
                    <a:t>A</a:t>
                  </a:r>
                  <a:r>
                    <a:rPr lang="en-US" sz="1800" i="1" dirty="0">
                      <a:solidFill>
                        <a:prstClr val="black"/>
                      </a:solidFill>
                      <a:latin typeface="Gill Sans MT" panose="020B0502020104020203"/>
                      <a:ea typeface="+mn-ea"/>
                    </a:rPr>
                    <a:t> – </a:t>
                  </a:r>
                  <a:r>
                    <a:rPr lang="en-US" sz="1800" dirty="0">
                      <a:solidFill>
                        <a:prstClr val="black"/>
                      </a:solidFill>
                      <a:latin typeface="Gill Sans MT" panose="020B0502020104020203"/>
                      <a:ea typeface="+mn-ea"/>
                    </a:rPr>
                    <a:t>vector of stolen power </a:t>
                  </a:r>
                  <a:r>
                    <a:rPr lang="en-US" sz="1800" i="1" baseline="-25000" dirty="0">
                      <a:solidFill>
                        <a:prstClr val="black"/>
                      </a:solidFill>
                      <a:latin typeface="Gill Sans MT" panose="020B0502020104020203"/>
                      <a:ea typeface="+mn-ea"/>
                    </a:rPr>
                    <a:t> </a:t>
                  </a:r>
                </a:p>
              </p:txBody>
            </p:sp>
            <p:sp>
              <p:nvSpPr>
                <p:cNvPr id="68" name="TextBox 67">
                  <a:extLst>
                    <a:ext uri="{FF2B5EF4-FFF2-40B4-BE49-F238E27FC236}">
                      <a16:creationId xmlns:a16="http://schemas.microsoft.com/office/drawing/2014/main" id="{535EC6E0-844E-4D91-B297-5EB18D853A03}"/>
                    </a:ext>
                  </a:extLst>
                </p:cNvPr>
                <p:cNvSpPr txBox="1"/>
                <p:nvPr/>
              </p:nvSpPr>
              <p:spPr>
                <a:xfrm>
                  <a:off x="30625672" y="17781859"/>
                  <a:ext cx="2202489" cy="646331"/>
                </a:xfrm>
                <a:prstGeom prst="rect">
                  <a:avLst/>
                </a:prstGeom>
                <a:noFill/>
              </p:spPr>
              <p:txBody>
                <a:bodyPr wrap="square" rtlCol="0">
                  <a:spAutoFit/>
                </a:bodyPr>
                <a:lstStyle/>
                <a:p>
                  <a:pPr defTabSz="457200" eaLnBrk="1" fontAlgn="auto" hangingPunct="1">
                    <a:spcBef>
                      <a:spcPts val="0"/>
                    </a:spcBef>
                    <a:spcAft>
                      <a:spcPts val="0"/>
                    </a:spcAft>
                  </a:pPr>
                  <a:r>
                    <a:rPr lang="en-US" sz="1800" i="1" dirty="0">
                      <a:solidFill>
                        <a:prstClr val="black"/>
                      </a:solidFill>
                      <a:latin typeface="Gill Sans MT" panose="020B0502020104020203"/>
                      <a:ea typeface="+mn-ea"/>
                    </a:rPr>
                    <a:t>x – </a:t>
                  </a:r>
                  <a:r>
                    <a:rPr lang="en-US" sz="1800" dirty="0">
                      <a:solidFill>
                        <a:prstClr val="black"/>
                      </a:solidFill>
                      <a:latin typeface="Gill Sans MT" panose="020B0502020104020203"/>
                      <a:ea typeface="+mn-ea"/>
                    </a:rPr>
                    <a:t>vector of  power consumption</a:t>
                  </a:r>
                  <a:r>
                    <a:rPr lang="en-US" sz="1800" i="1" baseline="-25000" dirty="0">
                      <a:solidFill>
                        <a:prstClr val="black"/>
                      </a:solidFill>
                      <a:latin typeface="Gill Sans MT" panose="020B0502020104020203"/>
                      <a:ea typeface="+mn-ea"/>
                    </a:rPr>
                    <a:t> </a:t>
                  </a:r>
                </a:p>
              </p:txBody>
            </p:sp>
            <p:sp>
              <p:nvSpPr>
                <p:cNvPr id="69" name="TextBox 68">
                  <a:extLst>
                    <a:ext uri="{FF2B5EF4-FFF2-40B4-BE49-F238E27FC236}">
                      <a16:creationId xmlns:a16="http://schemas.microsoft.com/office/drawing/2014/main" id="{172330FE-DD9F-4A11-B02F-99851C8DD6A1}"/>
                    </a:ext>
                  </a:extLst>
                </p:cNvPr>
                <p:cNvSpPr txBox="1"/>
                <p:nvPr/>
              </p:nvSpPr>
              <p:spPr>
                <a:xfrm>
                  <a:off x="30634570" y="19689717"/>
                  <a:ext cx="2184707" cy="1200329"/>
                </a:xfrm>
                <a:prstGeom prst="rect">
                  <a:avLst/>
                </a:prstGeom>
                <a:noFill/>
              </p:spPr>
              <p:txBody>
                <a:bodyPr wrap="square" rtlCol="0">
                  <a:spAutoFit/>
                </a:bodyPr>
                <a:lstStyle/>
                <a:p>
                  <a:pPr defTabSz="457200" eaLnBrk="1" fontAlgn="auto" hangingPunct="1">
                    <a:spcBef>
                      <a:spcPts val="0"/>
                    </a:spcBef>
                    <a:spcAft>
                      <a:spcPts val="0"/>
                    </a:spcAft>
                  </a:pPr>
                  <a:r>
                    <a:rPr lang="en-US" sz="1800" i="1" dirty="0" err="1">
                      <a:solidFill>
                        <a:prstClr val="black"/>
                      </a:solidFill>
                      <a:latin typeface="Gill Sans MT" panose="020B0502020104020203"/>
                      <a:ea typeface="+mn-ea"/>
                    </a:rPr>
                    <a:t>x</a:t>
                  </a:r>
                  <a:r>
                    <a:rPr lang="en-US" sz="1800" i="1" baseline="-25000" dirty="0" err="1">
                      <a:solidFill>
                        <a:prstClr val="black"/>
                      </a:solidFill>
                      <a:latin typeface="Gill Sans MT" panose="020B0502020104020203"/>
                      <a:ea typeface="+mn-ea"/>
                    </a:rPr>
                    <a:t>A</a:t>
                  </a:r>
                  <a:r>
                    <a:rPr lang="en-US" sz="1800" i="1" dirty="0">
                      <a:solidFill>
                        <a:prstClr val="black"/>
                      </a:solidFill>
                      <a:latin typeface="Gill Sans MT" panose="020B0502020104020203"/>
                      <a:ea typeface="+mn-ea"/>
                    </a:rPr>
                    <a:t> is a function of x and attacking parameters </a:t>
                  </a:r>
                  <a:r>
                    <a:rPr lang="en-US" sz="1800" b="1" dirty="0">
                      <a:solidFill>
                        <a:srgbClr val="202122"/>
                      </a:solidFill>
                      <a:latin typeface="Gill Sans MT" panose="020B0502020104020203"/>
                      <a:ea typeface="+mn-ea"/>
                    </a:rPr>
                    <a:t>𝜃: </a:t>
                  </a:r>
                  <a:r>
                    <a:rPr lang="en-US" sz="1800" dirty="0">
                      <a:solidFill>
                        <a:srgbClr val="202122"/>
                      </a:solidFill>
                      <a:latin typeface="Gill Sans MT" panose="020B0502020104020203"/>
                      <a:ea typeface="+mn-ea"/>
                    </a:rPr>
                    <a:t>e.g.</a:t>
                  </a:r>
                  <a:r>
                    <a:rPr lang="en-US" sz="1800" b="1" dirty="0">
                      <a:solidFill>
                        <a:srgbClr val="202122"/>
                      </a:solidFill>
                      <a:latin typeface="Gill Sans MT" panose="020B0502020104020203"/>
                      <a:ea typeface="+mn-ea"/>
                    </a:rPr>
                    <a:t>,</a:t>
                  </a:r>
                  <a:r>
                    <a:rPr lang="en-US" sz="1800" i="1" dirty="0">
                      <a:solidFill>
                        <a:prstClr val="black"/>
                      </a:solidFill>
                      <a:latin typeface="Gill Sans MT" panose="020B0502020104020203"/>
                      <a:ea typeface="+mn-ea"/>
                    </a:rPr>
                    <a:t>  </a:t>
                  </a:r>
                  <a:r>
                    <a:rPr lang="en-US" sz="1800" i="1" dirty="0" err="1">
                      <a:solidFill>
                        <a:prstClr val="black"/>
                      </a:solidFill>
                      <a:latin typeface="Gill Sans MT" panose="020B0502020104020203"/>
                      <a:ea typeface="+mn-ea"/>
                    </a:rPr>
                    <a:t>x</a:t>
                  </a:r>
                  <a:r>
                    <a:rPr lang="en-US" sz="1800" i="1" baseline="-25000" dirty="0" err="1">
                      <a:solidFill>
                        <a:prstClr val="black"/>
                      </a:solidFill>
                      <a:latin typeface="Gill Sans MT" panose="020B0502020104020203"/>
                      <a:ea typeface="+mn-ea"/>
                    </a:rPr>
                    <a:t>A</a:t>
                  </a:r>
                  <a:r>
                    <a:rPr lang="en-US" sz="1800" i="1" dirty="0">
                      <a:solidFill>
                        <a:prstClr val="black"/>
                      </a:solidFill>
                      <a:latin typeface="Gill Sans MT" panose="020B0502020104020203"/>
                      <a:ea typeface="+mn-ea"/>
                    </a:rPr>
                    <a:t> (x,</a:t>
                  </a:r>
                  <a:r>
                    <a:rPr lang="en-US" sz="1800" b="1" dirty="0">
                      <a:solidFill>
                        <a:srgbClr val="202122"/>
                      </a:solidFill>
                      <a:latin typeface="Gill Sans MT" panose="020B0502020104020203"/>
                      <a:ea typeface="+mn-ea"/>
                    </a:rPr>
                    <a:t> 𝜃)</a:t>
                  </a:r>
                  <a:endParaRPr lang="en-US" sz="1800" i="1" baseline="-25000" dirty="0">
                    <a:solidFill>
                      <a:prstClr val="black"/>
                    </a:solidFill>
                    <a:latin typeface="Gill Sans MT" panose="020B0502020104020203"/>
                    <a:ea typeface="+mn-ea"/>
                  </a:endParaRPr>
                </a:p>
              </p:txBody>
            </p:sp>
            <p:pic>
              <p:nvPicPr>
                <p:cNvPr id="70" name="Picture 69">
                  <a:extLst>
                    <a:ext uri="{FF2B5EF4-FFF2-40B4-BE49-F238E27FC236}">
                      <a16:creationId xmlns:a16="http://schemas.microsoft.com/office/drawing/2014/main" id="{793EA223-E2D1-42C0-9DBF-6BB1BDD1439C}"/>
                    </a:ext>
                  </a:extLst>
                </p:cNvPr>
                <p:cNvPicPr>
                  <a:picLocks noChangeAspect="1"/>
                </p:cNvPicPr>
                <p:nvPr/>
              </p:nvPicPr>
              <p:blipFill>
                <a:blip r:embed="rId19">
                  <a:extLst>
                    <a:ext uri="{28A0092B-C50C-407E-A947-70E740481C1C}">
                      <a14:useLocalDpi xmlns:a14="http://schemas.microsoft.com/office/drawing/2010/main" val="0"/>
                    </a:ext>
                  </a:extLst>
                </a:blip>
                <a:stretch>
                  <a:fillRect/>
                </a:stretch>
              </p:blipFill>
              <p:spPr>
                <a:xfrm>
                  <a:off x="23974584" y="20518339"/>
                  <a:ext cx="4457929" cy="743415"/>
                </a:xfrm>
                <a:prstGeom prst="rect">
                  <a:avLst/>
                </a:prstGeom>
              </p:spPr>
            </p:pic>
            <p:sp>
              <p:nvSpPr>
                <p:cNvPr id="71" name="TextBox 70">
                  <a:extLst>
                    <a:ext uri="{FF2B5EF4-FFF2-40B4-BE49-F238E27FC236}">
                      <a16:creationId xmlns:a16="http://schemas.microsoft.com/office/drawing/2014/main" id="{5F624388-F236-4B5C-8FEC-654D23E3773C}"/>
                    </a:ext>
                  </a:extLst>
                </p:cNvPr>
                <p:cNvSpPr txBox="1"/>
                <p:nvPr/>
              </p:nvSpPr>
              <p:spPr>
                <a:xfrm>
                  <a:off x="22720399" y="21198733"/>
                  <a:ext cx="6398534" cy="694877"/>
                </a:xfrm>
                <a:prstGeom prst="rect">
                  <a:avLst/>
                </a:prstGeom>
                <a:noFill/>
              </p:spPr>
              <p:txBody>
                <a:bodyPr wrap="square" rtlCol="0">
                  <a:spAutoFit/>
                </a:bodyPr>
                <a:lstStyle/>
                <a:p>
                  <a:pPr marL="457200" lvl="1" indent="0" defTabSz="457200" eaLnBrk="1" fontAlgn="auto" hangingPunct="1">
                    <a:spcBef>
                      <a:spcPts val="0"/>
                    </a:spcBef>
                    <a:spcAft>
                      <a:spcPts val="0"/>
                    </a:spcAft>
                  </a:pPr>
                  <a:r>
                    <a:rPr lang="en-US" sz="1800" dirty="0">
                      <a:solidFill>
                        <a:prstClr val="black"/>
                      </a:solidFill>
                      <a:latin typeface="Gill Sans MT" panose="020B0502020104020203"/>
                      <a:ea typeface="+mn-ea"/>
                    </a:rPr>
                    <a:t>Collection of (</a:t>
                  </a:r>
                  <a:r>
                    <a:rPr lang="en-US" sz="1800" dirty="0" err="1">
                      <a:solidFill>
                        <a:prstClr val="black"/>
                      </a:solidFill>
                      <a:latin typeface="Gill Sans MT" panose="020B0502020104020203"/>
                      <a:ea typeface="+mn-ea"/>
                    </a:rPr>
                    <a:t>x’,</a:t>
                  </a:r>
                  <a:r>
                    <a:rPr lang="en-US" sz="1800" i="1" dirty="0" err="1">
                      <a:solidFill>
                        <a:prstClr val="black"/>
                      </a:solidFill>
                      <a:latin typeface="Gill Sans MT" panose="020B0502020104020203"/>
                      <a:ea typeface="+mn-ea"/>
                    </a:rPr>
                    <a:t>y</a:t>
                  </a:r>
                  <a:r>
                    <a:rPr lang="en-US" sz="1800" dirty="0">
                      <a:solidFill>
                        <a:prstClr val="black"/>
                      </a:solidFill>
                      <a:latin typeface="Gill Sans MT" panose="020B0502020104020203"/>
                      <a:ea typeface="+mn-ea"/>
                    </a:rPr>
                    <a:t>) can be applied to Supervised ML model</a:t>
                  </a:r>
                </a:p>
              </p:txBody>
            </p:sp>
          </p:grpSp>
          <p:grpSp>
            <p:nvGrpSpPr>
              <p:cNvPr id="72" name="Group 71">
                <a:extLst>
                  <a:ext uri="{FF2B5EF4-FFF2-40B4-BE49-F238E27FC236}">
                    <a16:creationId xmlns:a16="http://schemas.microsoft.com/office/drawing/2014/main" id="{A0C5950A-B9F9-4C5D-9758-15955B511EEE}"/>
                  </a:ext>
                </a:extLst>
              </p:cNvPr>
              <p:cNvGrpSpPr/>
              <p:nvPr/>
            </p:nvGrpSpPr>
            <p:grpSpPr>
              <a:xfrm>
                <a:off x="517880" y="22994042"/>
                <a:ext cx="20485138" cy="6410139"/>
                <a:chOff x="32921331" y="7749626"/>
                <a:chExt cx="12097014" cy="7704633"/>
              </a:xfrm>
            </p:grpSpPr>
            <p:sp>
              <p:nvSpPr>
                <p:cNvPr id="73" name="Title 1">
                  <a:extLst>
                    <a:ext uri="{FF2B5EF4-FFF2-40B4-BE49-F238E27FC236}">
                      <a16:creationId xmlns:a16="http://schemas.microsoft.com/office/drawing/2014/main" id="{EF6AE020-3AD3-4CAB-A19A-16D8C35FB856}"/>
                    </a:ext>
                  </a:extLst>
                </p:cNvPr>
                <p:cNvSpPr txBox="1">
                  <a:spLocks/>
                </p:cNvSpPr>
                <p:nvPr/>
              </p:nvSpPr>
              <p:spPr>
                <a:xfrm>
                  <a:off x="32941780" y="11118514"/>
                  <a:ext cx="3027505" cy="1009628"/>
                </a:xfrm>
                <a:prstGeom prst="rect">
                  <a:avLst/>
                </a:prstGeom>
              </p:spPr>
              <p:txBody>
                <a:bodyPr vert="horz" lIns="91440" tIns="45720" rIns="91440" bIns="45720" rtlCol="0" anchor="t">
                  <a:normAutofit/>
                </a:bodyPr>
                <a:lstStyle>
                  <a:lvl1pPr algn="l" defTabSz="914400" rtl="0" eaLnBrk="1" latinLnBrk="0" hangingPunct="1">
                    <a:lnSpc>
                      <a:spcPct val="90000"/>
                    </a:lnSpc>
                    <a:spcBef>
                      <a:spcPct val="0"/>
                    </a:spcBef>
                    <a:buNone/>
                    <a:defRPr sz="3200" b="0" i="0" kern="1200" cap="all">
                      <a:solidFill>
                        <a:schemeClr val="tx1"/>
                      </a:solidFill>
                      <a:effectLst/>
                      <a:latin typeface="+mj-lt"/>
                      <a:ea typeface="+mj-ea"/>
                      <a:cs typeface="+mj-cs"/>
                    </a:defRPr>
                  </a:lvl1pPr>
                </a:lstStyle>
                <a:p>
                  <a:pPr marL="0" marR="0" lvl="0" indent="0" algn="l" defTabSz="914400" rtl="0" eaLnBrk="1" fontAlgn="auto" latinLnBrk="0" hangingPunct="1">
                    <a:lnSpc>
                      <a:spcPct val="90000"/>
                    </a:lnSpc>
                    <a:spcBef>
                      <a:spcPct val="0"/>
                    </a:spcBef>
                    <a:spcAft>
                      <a:spcPts val="0"/>
                    </a:spcAft>
                    <a:buClrTx/>
                    <a:buSzTx/>
                    <a:buFontTx/>
                    <a:buNone/>
                    <a:tabLst/>
                    <a:defRPr/>
                  </a:pPr>
                  <a:r>
                    <a:rPr kumimoji="0" lang="en-US" sz="3200" b="1" i="0" u="none" strike="noStrike" kern="1200" cap="all" spc="0" normalizeH="0" baseline="0" noProof="0" dirty="0">
                      <a:ln>
                        <a:noFill/>
                      </a:ln>
                      <a:solidFill>
                        <a:sysClr val="windowText" lastClr="000000"/>
                      </a:solidFill>
                      <a:effectLst/>
                      <a:uLnTx/>
                      <a:uFillTx/>
                      <a:latin typeface="Noto Sans" panose="020B0502040504020204" pitchFamily="34" charset="0"/>
                      <a:ea typeface="Noto Sans" panose="020B0502040504020204" pitchFamily="34" charset="0"/>
                      <a:cs typeface="Noto Sans" panose="020B0502040504020204" pitchFamily="34" charset="0"/>
                    </a:rPr>
                    <a:t>Data Source</a:t>
                  </a:r>
                </a:p>
              </p:txBody>
            </p:sp>
            <p:pic>
              <p:nvPicPr>
                <p:cNvPr id="74" name="Content Placeholder 4">
                  <a:extLst>
                    <a:ext uri="{FF2B5EF4-FFF2-40B4-BE49-F238E27FC236}">
                      <a16:creationId xmlns:a16="http://schemas.microsoft.com/office/drawing/2014/main" id="{232E6D7D-7711-4132-A541-3E91A47763E0}"/>
                    </a:ext>
                  </a:extLst>
                </p:cNvPr>
                <p:cNvPicPr>
                  <a:picLocks noChangeAspect="1"/>
                </p:cNvPicPr>
                <p:nvPr/>
              </p:nvPicPr>
              <p:blipFill>
                <a:blip r:embed="rId20">
                  <a:extLst>
                    <a:ext uri="{28A0092B-C50C-407E-A947-70E740481C1C}">
                      <a14:useLocalDpi xmlns:a14="http://schemas.microsoft.com/office/drawing/2010/main" val="0"/>
                    </a:ext>
                  </a:extLst>
                </a:blip>
                <a:stretch>
                  <a:fillRect/>
                </a:stretch>
              </p:blipFill>
              <p:spPr>
                <a:xfrm>
                  <a:off x="32921331" y="11680338"/>
                  <a:ext cx="4952945" cy="2812094"/>
                </a:xfrm>
                <a:prstGeom prst="rect">
                  <a:avLst/>
                </a:prstGeom>
              </p:spPr>
            </p:pic>
            <p:sp>
              <p:nvSpPr>
                <p:cNvPr id="75" name="TextBox 74">
                  <a:extLst>
                    <a:ext uri="{FF2B5EF4-FFF2-40B4-BE49-F238E27FC236}">
                      <a16:creationId xmlns:a16="http://schemas.microsoft.com/office/drawing/2014/main" id="{47E69961-0DD5-4DF8-8982-00576823612D}"/>
                    </a:ext>
                  </a:extLst>
                </p:cNvPr>
                <p:cNvSpPr txBox="1"/>
                <p:nvPr/>
              </p:nvSpPr>
              <p:spPr>
                <a:xfrm>
                  <a:off x="32921331" y="14432563"/>
                  <a:ext cx="6025346" cy="322013"/>
                </a:xfrm>
                <a:prstGeom prst="rect">
                  <a:avLst/>
                </a:prstGeom>
                <a:noFill/>
              </p:spPr>
              <p:txBody>
                <a:bodyPr wrap="square" rtlCol="0">
                  <a:spAutoFit/>
                </a:bodyPr>
                <a:lstStyle/>
                <a:p>
                  <a:pPr marL="285750" indent="-285750" defTabSz="457200" eaLnBrk="1" fontAlgn="auto" hangingPunct="1">
                    <a:spcBef>
                      <a:spcPts val="0"/>
                    </a:spcBef>
                    <a:spcAft>
                      <a:spcPts val="0"/>
                    </a:spcAft>
                    <a:buFont typeface="Arial" panose="020B0604020202020204" pitchFamily="34" charset="0"/>
                    <a:buChar char="•"/>
                  </a:pPr>
                  <a:r>
                    <a:rPr lang="en-US" sz="1200" baseline="30000" dirty="0">
                      <a:solidFill>
                        <a:prstClr val="black"/>
                      </a:solidFill>
                      <a:latin typeface="Gill Sans MT" panose="020B0502020104020203"/>
                      <a:ea typeface="+mn-ea"/>
                    </a:rPr>
                    <a:t>1</a:t>
                  </a:r>
                  <a:r>
                    <a:rPr lang="en-US" sz="1200" dirty="0">
                      <a:solidFill>
                        <a:prstClr val="black"/>
                      </a:solidFill>
                      <a:latin typeface="Gill Sans MT" panose="020B0502020104020203"/>
                      <a:ea typeface="+mn-ea"/>
                    </a:rPr>
                    <a:t>AMPds2 (Almanac of Minutely Power Dataset version2</a:t>
                  </a:r>
                </a:p>
              </p:txBody>
            </p:sp>
            <p:sp>
              <p:nvSpPr>
                <p:cNvPr id="76" name="TextBox 75">
                  <a:extLst>
                    <a:ext uri="{FF2B5EF4-FFF2-40B4-BE49-F238E27FC236}">
                      <a16:creationId xmlns:a16="http://schemas.microsoft.com/office/drawing/2014/main" id="{39A25A8C-EC6E-41A3-B095-D15502E8980F}"/>
                    </a:ext>
                  </a:extLst>
                </p:cNvPr>
                <p:cNvSpPr txBox="1"/>
                <p:nvPr/>
              </p:nvSpPr>
              <p:spPr>
                <a:xfrm>
                  <a:off x="34862388" y="11327400"/>
                  <a:ext cx="2032324" cy="322013"/>
                </a:xfrm>
                <a:prstGeom prst="rect">
                  <a:avLst/>
                </a:prstGeom>
                <a:noFill/>
              </p:spPr>
              <p:txBody>
                <a:bodyPr wrap="square" rtlCol="0">
                  <a:spAutoFit/>
                </a:bodyPr>
                <a:lstStyle/>
                <a:p>
                  <a:pPr defTabSz="457200" eaLnBrk="1" fontAlgn="auto" hangingPunct="1">
                    <a:spcBef>
                      <a:spcPts val="0"/>
                    </a:spcBef>
                    <a:spcAft>
                      <a:spcPts val="0"/>
                    </a:spcAft>
                  </a:pPr>
                  <a:r>
                    <a:rPr lang="en-US" sz="1200" dirty="0">
                      <a:solidFill>
                        <a:prstClr val="black"/>
                      </a:solidFill>
                      <a:latin typeface="Gill Sans MT" panose="020B0502020104020203"/>
                      <a:ea typeface="+mn-ea"/>
                    </a:rPr>
                    <a:t>Table I: Names of the appliances monitoring points</a:t>
                  </a:r>
                </a:p>
              </p:txBody>
            </p:sp>
            <p:grpSp>
              <p:nvGrpSpPr>
                <p:cNvPr id="77" name="Group 76">
                  <a:extLst>
                    <a:ext uri="{FF2B5EF4-FFF2-40B4-BE49-F238E27FC236}">
                      <a16:creationId xmlns:a16="http://schemas.microsoft.com/office/drawing/2014/main" id="{ABE71E38-063D-4FBE-8C41-F396FAB48D7A}"/>
                    </a:ext>
                  </a:extLst>
                </p:cNvPr>
                <p:cNvGrpSpPr/>
                <p:nvPr/>
              </p:nvGrpSpPr>
              <p:grpSpPr>
                <a:xfrm>
                  <a:off x="39609835" y="10042726"/>
                  <a:ext cx="5408510" cy="2000641"/>
                  <a:chOff x="732363" y="-4386436"/>
                  <a:chExt cx="5408510" cy="2000641"/>
                </a:xfrm>
              </p:grpSpPr>
              <p:pic>
                <p:nvPicPr>
                  <p:cNvPr id="82" name="Picture 81">
                    <a:extLst>
                      <a:ext uri="{FF2B5EF4-FFF2-40B4-BE49-F238E27FC236}">
                        <a16:creationId xmlns:a16="http://schemas.microsoft.com/office/drawing/2014/main" id="{ED62DD53-853D-42A7-ADA5-48F12F5CED2E}"/>
                      </a:ext>
                    </a:extLst>
                  </p:cNvPr>
                  <p:cNvPicPr>
                    <a:picLocks noChangeAspect="1"/>
                  </p:cNvPicPr>
                  <p:nvPr/>
                </p:nvPicPr>
                <p:blipFill>
                  <a:blip r:embed="rId21">
                    <a:extLst>
                      <a:ext uri="{28A0092B-C50C-407E-A947-70E740481C1C}">
                        <a14:useLocalDpi xmlns:a14="http://schemas.microsoft.com/office/drawing/2010/main" val="0"/>
                      </a:ext>
                    </a:extLst>
                  </a:blip>
                  <a:stretch>
                    <a:fillRect/>
                  </a:stretch>
                </p:blipFill>
                <p:spPr>
                  <a:xfrm>
                    <a:off x="1849866" y="-4386436"/>
                    <a:ext cx="4291007" cy="2000641"/>
                  </a:xfrm>
                  <a:prstGeom prst="rect">
                    <a:avLst/>
                  </a:prstGeom>
                </p:spPr>
              </p:pic>
              <p:sp>
                <p:nvSpPr>
                  <p:cNvPr id="83" name="TextBox 82">
                    <a:extLst>
                      <a:ext uri="{FF2B5EF4-FFF2-40B4-BE49-F238E27FC236}">
                        <a16:creationId xmlns:a16="http://schemas.microsoft.com/office/drawing/2014/main" id="{CBD1FA20-07F2-4ECF-BEA2-42C4EED442C9}"/>
                      </a:ext>
                    </a:extLst>
                  </p:cNvPr>
                  <p:cNvSpPr txBox="1"/>
                  <p:nvPr/>
                </p:nvSpPr>
                <p:spPr>
                  <a:xfrm>
                    <a:off x="732363" y="-3741969"/>
                    <a:ext cx="1736731" cy="332337"/>
                  </a:xfrm>
                  <a:prstGeom prst="rect">
                    <a:avLst/>
                  </a:prstGeom>
                  <a:noFill/>
                </p:spPr>
                <p:txBody>
                  <a:bodyPr wrap="square" rtlCol="0">
                    <a:spAutoFit/>
                  </a:bodyPr>
                  <a:lstStyle/>
                  <a:p>
                    <a:pPr defTabSz="457200" eaLnBrk="1" fontAlgn="auto" hangingPunct="1">
                      <a:spcBef>
                        <a:spcPts val="0"/>
                      </a:spcBef>
                      <a:spcAft>
                        <a:spcPts val="0"/>
                      </a:spcAft>
                    </a:pPr>
                    <a:r>
                      <a:rPr lang="en-US" sz="1200" dirty="0">
                        <a:solidFill>
                          <a:prstClr val="black"/>
                        </a:solidFill>
                        <a:latin typeface="Gill Sans MT" panose="020B0502020104020203"/>
                        <a:ea typeface="+mn-ea"/>
                      </a:rPr>
                      <a:t>Table III: parameters of each attack </a:t>
                    </a:r>
                  </a:p>
                </p:txBody>
              </p:sp>
            </p:grpSp>
            <p:grpSp>
              <p:nvGrpSpPr>
                <p:cNvPr id="78" name="Group 77">
                  <a:extLst>
                    <a:ext uri="{FF2B5EF4-FFF2-40B4-BE49-F238E27FC236}">
                      <a16:creationId xmlns:a16="http://schemas.microsoft.com/office/drawing/2014/main" id="{553CB44C-C9E5-4029-9248-88A40A19E92B}"/>
                    </a:ext>
                  </a:extLst>
                </p:cNvPr>
                <p:cNvGrpSpPr/>
                <p:nvPr/>
              </p:nvGrpSpPr>
              <p:grpSpPr>
                <a:xfrm>
                  <a:off x="39473063" y="7749626"/>
                  <a:ext cx="5446141" cy="2303261"/>
                  <a:chOff x="785285" y="-6976138"/>
                  <a:chExt cx="5446141" cy="2303261"/>
                </a:xfrm>
              </p:grpSpPr>
              <p:pic>
                <p:nvPicPr>
                  <p:cNvPr id="80" name="Picture 79">
                    <a:extLst>
                      <a:ext uri="{FF2B5EF4-FFF2-40B4-BE49-F238E27FC236}">
                        <a16:creationId xmlns:a16="http://schemas.microsoft.com/office/drawing/2014/main" id="{3980F7C1-5261-440C-843D-C19BACC8AEC5}"/>
                      </a:ext>
                    </a:extLst>
                  </p:cNvPr>
                  <p:cNvPicPr>
                    <a:picLocks noChangeAspect="1"/>
                  </p:cNvPicPr>
                  <p:nvPr/>
                </p:nvPicPr>
                <p:blipFill>
                  <a:blip r:embed="rId22">
                    <a:extLst>
                      <a:ext uri="{28A0092B-C50C-407E-A947-70E740481C1C}">
                        <a14:useLocalDpi xmlns:a14="http://schemas.microsoft.com/office/drawing/2010/main" val="0"/>
                      </a:ext>
                    </a:extLst>
                  </a:blip>
                  <a:stretch>
                    <a:fillRect/>
                  </a:stretch>
                </p:blipFill>
                <p:spPr>
                  <a:xfrm>
                    <a:off x="919394" y="-6976138"/>
                    <a:ext cx="5312032" cy="2303261"/>
                  </a:xfrm>
                  <a:prstGeom prst="rect">
                    <a:avLst/>
                  </a:prstGeom>
                </p:spPr>
              </p:pic>
              <p:sp>
                <p:nvSpPr>
                  <p:cNvPr id="81" name="TextBox 80">
                    <a:extLst>
                      <a:ext uri="{FF2B5EF4-FFF2-40B4-BE49-F238E27FC236}">
                        <a16:creationId xmlns:a16="http://schemas.microsoft.com/office/drawing/2014/main" id="{4F188497-ECE3-4DEB-96CF-066A76A7880B}"/>
                      </a:ext>
                    </a:extLst>
                  </p:cNvPr>
                  <p:cNvSpPr txBox="1"/>
                  <p:nvPr/>
                </p:nvSpPr>
                <p:spPr>
                  <a:xfrm>
                    <a:off x="785285" y="-6763735"/>
                    <a:ext cx="2508549" cy="328830"/>
                  </a:xfrm>
                  <a:prstGeom prst="rect">
                    <a:avLst/>
                  </a:prstGeom>
                  <a:noFill/>
                </p:spPr>
                <p:txBody>
                  <a:bodyPr wrap="square">
                    <a:spAutoFit/>
                  </a:bodyPr>
                  <a:lstStyle/>
                  <a:p>
                    <a:pPr defTabSz="457200" eaLnBrk="1" fontAlgn="auto" hangingPunct="1">
                      <a:spcBef>
                        <a:spcPts val="0"/>
                      </a:spcBef>
                      <a:spcAft>
                        <a:spcPts val="0"/>
                      </a:spcAft>
                    </a:pPr>
                    <a:r>
                      <a:rPr lang="en-US" sz="1200" dirty="0">
                        <a:solidFill>
                          <a:prstClr val="black"/>
                        </a:solidFill>
                        <a:latin typeface="Gill Sans MT" panose="020B0502020104020203"/>
                        <a:ea typeface="+mn-ea"/>
                      </a:rPr>
                      <a:t>Table II: Profiles of the data for our ETA detection</a:t>
                    </a:r>
                  </a:p>
                </p:txBody>
              </p:sp>
            </p:grpSp>
            <p:sp>
              <p:nvSpPr>
                <p:cNvPr id="79" name="TextBox 78">
                  <a:extLst>
                    <a:ext uri="{FF2B5EF4-FFF2-40B4-BE49-F238E27FC236}">
                      <a16:creationId xmlns:a16="http://schemas.microsoft.com/office/drawing/2014/main" id="{AC890902-CE8B-4B3E-9538-D50FFECC4496}"/>
                    </a:ext>
                  </a:extLst>
                </p:cNvPr>
                <p:cNvSpPr txBox="1"/>
                <p:nvPr/>
              </p:nvSpPr>
              <p:spPr>
                <a:xfrm>
                  <a:off x="32921331" y="15084927"/>
                  <a:ext cx="6187440" cy="369332"/>
                </a:xfrm>
                <a:prstGeom prst="rect">
                  <a:avLst/>
                </a:prstGeom>
                <a:noFill/>
              </p:spPr>
              <p:txBody>
                <a:bodyPr wrap="square">
                  <a:spAutoFit/>
                </a:bodyPr>
                <a:lstStyle/>
                <a:p>
                  <a:pPr defTabSz="457200" eaLnBrk="1" fontAlgn="auto" hangingPunct="1">
                    <a:spcBef>
                      <a:spcPts val="0"/>
                    </a:spcBef>
                    <a:spcAft>
                      <a:spcPts val="0"/>
                    </a:spcAft>
                  </a:pPr>
                  <a:r>
                    <a:rPr lang="en-GB" sz="900" baseline="30000" dirty="0">
                      <a:solidFill>
                        <a:prstClr val="black"/>
                      </a:solidFill>
                      <a:latin typeface="NimbusRomNo9L-Regu"/>
                      <a:ea typeface="+mn-ea"/>
                    </a:rPr>
                    <a:t>1</a:t>
                  </a:r>
                  <a:r>
                    <a:rPr lang="en-GB" sz="900" dirty="0">
                      <a:solidFill>
                        <a:prstClr val="black"/>
                      </a:solidFill>
                      <a:latin typeface="NimbusRomNo9L-Regu"/>
                      <a:ea typeface="+mn-ea"/>
                    </a:rPr>
                    <a:t>S. </a:t>
                  </a:r>
                  <a:r>
                    <a:rPr lang="en-GB" sz="900" dirty="0" err="1">
                      <a:solidFill>
                        <a:prstClr val="black"/>
                      </a:solidFill>
                      <a:latin typeface="NimbusRomNo9L-Regu"/>
                      <a:ea typeface="+mn-ea"/>
                    </a:rPr>
                    <a:t>Makonin</a:t>
                  </a:r>
                  <a:r>
                    <a:rPr lang="en-GB" sz="900" dirty="0">
                      <a:solidFill>
                        <a:prstClr val="black"/>
                      </a:solidFill>
                      <a:latin typeface="NimbusRomNo9L-Regu"/>
                      <a:ea typeface="+mn-ea"/>
                    </a:rPr>
                    <a:t>, B. </a:t>
                  </a:r>
                  <a:r>
                    <a:rPr lang="en-GB" sz="900" dirty="0" err="1">
                      <a:solidFill>
                        <a:prstClr val="black"/>
                      </a:solidFill>
                      <a:latin typeface="NimbusRomNo9L-Regu"/>
                      <a:ea typeface="+mn-ea"/>
                    </a:rPr>
                    <a:t>Ellert</a:t>
                  </a:r>
                  <a:r>
                    <a:rPr lang="en-GB" sz="900" dirty="0">
                      <a:solidFill>
                        <a:prstClr val="black"/>
                      </a:solidFill>
                      <a:latin typeface="NimbusRomNo9L-Regu"/>
                      <a:ea typeface="+mn-ea"/>
                    </a:rPr>
                    <a:t>, I. V. </a:t>
                  </a:r>
                  <a:r>
                    <a:rPr lang="en-GB" sz="900" dirty="0" err="1">
                      <a:solidFill>
                        <a:prstClr val="black"/>
                      </a:solidFill>
                      <a:latin typeface="NimbusRomNo9L-Regu"/>
                      <a:ea typeface="+mn-ea"/>
                    </a:rPr>
                    <a:t>Baji´c</a:t>
                  </a:r>
                  <a:r>
                    <a:rPr lang="en-GB" sz="900" dirty="0">
                      <a:solidFill>
                        <a:prstClr val="black"/>
                      </a:solidFill>
                      <a:latin typeface="NimbusRomNo9L-Regu"/>
                      <a:ea typeface="+mn-ea"/>
                    </a:rPr>
                    <a:t>, and F. </a:t>
                  </a:r>
                  <a:r>
                    <a:rPr lang="en-GB" sz="900" dirty="0" err="1">
                      <a:solidFill>
                        <a:prstClr val="black"/>
                      </a:solidFill>
                      <a:latin typeface="NimbusRomNo9L-Regu"/>
                      <a:ea typeface="+mn-ea"/>
                    </a:rPr>
                    <a:t>Popowich</a:t>
                  </a:r>
                  <a:r>
                    <a:rPr lang="en-GB" sz="900" dirty="0">
                      <a:solidFill>
                        <a:prstClr val="black"/>
                      </a:solidFill>
                      <a:latin typeface="NimbusRomNo9L-Regu"/>
                      <a:ea typeface="+mn-ea"/>
                    </a:rPr>
                    <a:t>, “Electricity, water, and natural gas consumption of a residential house in </a:t>
                  </a:r>
                  <a:r>
                    <a:rPr lang="en-GB" sz="900" dirty="0" err="1">
                      <a:solidFill>
                        <a:prstClr val="black"/>
                      </a:solidFill>
                      <a:latin typeface="NimbusRomNo9L-Regu"/>
                      <a:ea typeface="+mn-ea"/>
                    </a:rPr>
                    <a:t>canada</a:t>
                  </a:r>
                  <a:r>
                    <a:rPr lang="en-GB" sz="900" dirty="0">
                      <a:solidFill>
                        <a:prstClr val="black"/>
                      </a:solidFill>
                      <a:latin typeface="NimbusRomNo9L-Regu"/>
                      <a:ea typeface="+mn-ea"/>
                    </a:rPr>
                    <a:t> from 2012 </a:t>
                  </a:r>
                  <a:r>
                    <a:rPr lang="en-US" sz="900" dirty="0">
                      <a:solidFill>
                        <a:prstClr val="black"/>
                      </a:solidFill>
                      <a:latin typeface="NimbusRomNo9L-Regu"/>
                      <a:ea typeface="+mn-ea"/>
                    </a:rPr>
                    <a:t>to 2014,” </a:t>
                  </a:r>
                  <a:r>
                    <a:rPr lang="en-US" sz="900" dirty="0">
                      <a:solidFill>
                        <a:prstClr val="black"/>
                      </a:solidFill>
                      <a:latin typeface="NimbusRomNo9L-ReguItal"/>
                      <a:ea typeface="+mn-ea"/>
                    </a:rPr>
                    <a:t>Scientific data</a:t>
                  </a:r>
                  <a:r>
                    <a:rPr lang="en-US" sz="900" dirty="0">
                      <a:solidFill>
                        <a:prstClr val="black"/>
                      </a:solidFill>
                      <a:latin typeface="NimbusRomNo9L-Regu"/>
                      <a:ea typeface="+mn-ea"/>
                    </a:rPr>
                    <a:t>, vol. 3, no. 1, pp. 1–12, 2016.</a:t>
                  </a:r>
                  <a:endParaRPr lang="en-US" sz="900" dirty="0">
                    <a:solidFill>
                      <a:prstClr val="black"/>
                    </a:solidFill>
                    <a:latin typeface="Gill Sans MT" panose="020B0502020104020203"/>
                    <a:ea typeface="+mn-ea"/>
                  </a:endParaRPr>
                </a:p>
              </p:txBody>
            </p:sp>
          </p:grpSp>
          <p:pic>
            <p:nvPicPr>
              <p:cNvPr id="84" name="Picture 83">
                <a:extLst>
                  <a:ext uri="{FF2B5EF4-FFF2-40B4-BE49-F238E27FC236}">
                    <a16:creationId xmlns:a16="http://schemas.microsoft.com/office/drawing/2014/main" id="{7E49CA9E-1530-4ABF-B020-007C21C30046}"/>
                  </a:ext>
                </a:extLst>
              </p:cNvPr>
              <p:cNvPicPr>
                <a:picLocks noChangeAspect="1"/>
              </p:cNvPicPr>
              <p:nvPr/>
            </p:nvPicPr>
            <p:blipFill>
              <a:blip r:embed="rId23"/>
              <a:stretch>
                <a:fillRect/>
              </a:stretch>
            </p:blipFill>
            <p:spPr>
              <a:xfrm>
                <a:off x="14939123" y="21357094"/>
                <a:ext cx="5801129" cy="1609786"/>
              </a:xfrm>
              <a:prstGeom prst="rect">
                <a:avLst/>
              </a:prstGeom>
            </p:spPr>
          </p:pic>
        </p:grpSp>
      </p:grpSp>
      <p:sp>
        <p:nvSpPr>
          <p:cNvPr id="87" name="TextBox 86">
            <a:extLst>
              <a:ext uri="{FF2B5EF4-FFF2-40B4-BE49-F238E27FC236}">
                <a16:creationId xmlns:a16="http://schemas.microsoft.com/office/drawing/2014/main" id="{95D5B558-FE9F-46EF-B98F-2A762C17D4D9}"/>
              </a:ext>
            </a:extLst>
          </p:cNvPr>
          <p:cNvSpPr txBox="1"/>
          <p:nvPr/>
        </p:nvSpPr>
        <p:spPr>
          <a:xfrm>
            <a:off x="11600524" y="26087907"/>
            <a:ext cx="9275514" cy="3293209"/>
          </a:xfrm>
          <a:prstGeom prst="rect">
            <a:avLst/>
          </a:prstGeom>
          <a:noFill/>
        </p:spPr>
        <p:txBody>
          <a:bodyPr wrap="square">
            <a:spAutoFit/>
          </a:bodyPr>
          <a:lstStyle/>
          <a:p>
            <a:pPr marL="0" marR="0" lvl="0" indent="0" algn="l" defTabSz="457200" rtl="0" eaLnBrk="1" fontAlgn="auto" latinLnBrk="0" hangingPunct="1">
              <a:lnSpc>
                <a:spcPct val="100000"/>
              </a:lnSpc>
              <a:spcBef>
                <a:spcPts val="0"/>
              </a:spcBef>
              <a:spcAft>
                <a:spcPts val="0"/>
              </a:spcAft>
              <a:buClrTx/>
              <a:buSzTx/>
              <a:buFontTx/>
              <a:buNone/>
              <a:tabLst/>
              <a:defRPr/>
            </a:pPr>
            <a:r>
              <a:rPr kumimoji="0" lang="en-US" altLang="en-US" sz="3200" b="1" i="0" u="sng" strike="noStrike" kern="1200" cap="none" spc="0" normalizeH="0" baseline="0" noProof="0" dirty="0">
                <a:ln>
                  <a:noFill/>
                </a:ln>
                <a:solidFill>
                  <a:prstClr val="black"/>
                </a:solidFill>
                <a:effectLst/>
                <a:uLnTx/>
                <a:uFillTx/>
                <a:latin typeface="Noto Sans" panose="020B0502040504020204" pitchFamily="34" charset="0"/>
                <a:ea typeface="Noto Sans" panose="020B0502040504020204" pitchFamily="34" charset="0"/>
                <a:cs typeface="Noto Sans" panose="020B0502040504020204" pitchFamily="34" charset="0"/>
              </a:rPr>
              <a:t>Conclusion and Future Work</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srgbClr val="0D0D0D"/>
                </a:solidFill>
                <a:effectLst/>
                <a:uLnTx/>
                <a:uFillTx/>
                <a:latin typeface="Söhne"/>
                <a:ea typeface="+mn-ea"/>
                <a:cs typeface="+mn-cs"/>
              </a:rPr>
              <a:t>Developed a detection framework for identifying electricity theft in smart homes, using five defined synthetic attack types.</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srgbClr val="0D0D0D"/>
                </a:solidFill>
                <a:effectLst/>
                <a:uLnTx/>
                <a:uFillTx/>
                <a:latin typeface="Söhne"/>
                <a:ea typeface="+mn-ea"/>
                <a:cs typeface="+mn-cs"/>
              </a:rPr>
              <a:t>Achieved high detection accuracy with Gradient Boosting and Random Forest algorithms, notably for legacy attacks.</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srgbClr val="0D0D0D"/>
                </a:solidFill>
                <a:effectLst/>
                <a:uLnTx/>
                <a:uFillTx/>
                <a:latin typeface="Söhne"/>
                <a:ea typeface="+mn-ea"/>
                <a:cs typeface="+mn-cs"/>
              </a:rPr>
              <a:t>Identified the need for improved detection of sophisticated 'smart' attack methods.</a:t>
            </a:r>
          </a:p>
          <a:p>
            <a:pPr marL="0" marR="0" lvl="0" indent="0" algn="l" defTabSz="457200" rtl="0" eaLnBrk="1" fontAlgn="auto" latinLnBrk="0" hangingPunct="1">
              <a:lnSpc>
                <a:spcPct val="100000"/>
              </a:lnSpc>
              <a:spcBef>
                <a:spcPts val="0"/>
              </a:spcBef>
              <a:spcAft>
                <a:spcPts val="0"/>
              </a:spcAft>
              <a:buClrTx/>
              <a:buSzTx/>
              <a:buFont typeface="Arial" panose="020B0604020202020204" pitchFamily="34" charset="0"/>
              <a:buChar char="•"/>
              <a:tabLst/>
              <a:defRPr/>
            </a:pPr>
            <a:r>
              <a:rPr kumimoji="0" lang="en-US" sz="2200" b="0" i="0" u="none" strike="noStrike" kern="1200" cap="none" spc="0" normalizeH="0" baseline="0" noProof="0" dirty="0">
                <a:ln>
                  <a:noFill/>
                </a:ln>
                <a:solidFill>
                  <a:srgbClr val="0D0D0D"/>
                </a:solidFill>
                <a:effectLst/>
                <a:uLnTx/>
                <a:uFillTx/>
                <a:latin typeface="Söhne"/>
                <a:ea typeface="+mn-ea"/>
                <a:cs typeface="+mn-cs"/>
              </a:rPr>
              <a:t>Future research to expand attack models, analyze varied household data, and explore the correlation between attack size and detection success</a:t>
            </a:r>
          </a:p>
        </p:txBody>
      </p:sp>
      <p:sp>
        <p:nvSpPr>
          <p:cNvPr id="2" name="TextBox 1">
            <a:extLst>
              <a:ext uri="{FF2B5EF4-FFF2-40B4-BE49-F238E27FC236}">
                <a16:creationId xmlns:a16="http://schemas.microsoft.com/office/drawing/2014/main" id="{101D44A4-522D-4FEC-96AA-39225424F424}"/>
              </a:ext>
            </a:extLst>
          </p:cNvPr>
          <p:cNvSpPr txBox="1"/>
          <p:nvPr/>
        </p:nvSpPr>
        <p:spPr>
          <a:xfrm>
            <a:off x="377198" y="1598004"/>
            <a:ext cx="13647349" cy="523220"/>
          </a:xfrm>
          <a:prstGeom prst="rect">
            <a:avLst/>
          </a:prstGeom>
          <a:noFill/>
        </p:spPr>
        <p:txBody>
          <a:bodyPr wrap="square" rtlCol="0">
            <a:spAutoFit/>
          </a:bodyPr>
          <a:lstStyle/>
          <a:p>
            <a:r>
              <a:rPr lang="en-US" sz="2800" dirty="0">
                <a:solidFill>
                  <a:schemeClr val="accent1"/>
                </a:solidFill>
              </a:rPr>
              <a:t>Abraham Olufemi Abiodun. Email: abraham.olufemi.abiodun_aj9@naist.ac.jp</a:t>
            </a:r>
          </a:p>
        </p:txBody>
      </p:sp>
    </p:spTree>
    <p:extLst>
      <p:ext uri="{BB962C8B-B14F-4D97-AF65-F5344CB8AC3E}">
        <p14:creationId xmlns:p14="http://schemas.microsoft.com/office/powerpoint/2010/main" val="2645433658"/>
      </p:ext>
    </p:extLst>
  </p:cSld>
  <p:clrMapOvr>
    <a:masterClrMapping/>
  </p:clrMapOvr>
</p:sld>
</file>

<file path=ppt/theme/theme1.xml><?xml version="1.0" encoding="utf-8"?>
<a:theme xmlns:a="http://schemas.openxmlformats.org/drawingml/2006/main" name="Office テーマ">
  <a:themeElements>
    <a:clrScheme name="Office テーマ">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テーマ">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テーマ">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2013 - 2022"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 2013 - 2022</Template>
  <TotalTime>7519</TotalTime>
  <Words>871</Words>
  <Application>Microsoft Office PowerPoint</Application>
  <PresentationFormat>Custom</PresentationFormat>
  <Paragraphs>69</Paragraphs>
  <Slides>1</Slides>
  <Notes>0</Notes>
  <HiddenSlides>0</HiddenSlides>
  <MMClips>0</MMClips>
  <ScaleCrop>false</ScaleCrop>
  <HeadingPairs>
    <vt:vector size="6" baseType="variant">
      <vt:variant>
        <vt:lpstr>Fonts Used</vt:lpstr>
      </vt:variant>
      <vt:variant>
        <vt:i4>11</vt:i4>
      </vt:variant>
      <vt:variant>
        <vt:lpstr>Theme</vt:lpstr>
      </vt:variant>
      <vt:variant>
        <vt:i4>1</vt:i4>
      </vt:variant>
      <vt:variant>
        <vt:lpstr>Slide Titles</vt:lpstr>
      </vt:variant>
      <vt:variant>
        <vt:i4>1</vt:i4>
      </vt:variant>
    </vt:vector>
  </HeadingPairs>
  <TitlesOfParts>
    <vt:vector size="13" baseType="lpstr">
      <vt:lpstr>NimbusRomNo9L-Regu</vt:lpstr>
      <vt:lpstr>NimbusRomNo9L-ReguItal</vt:lpstr>
      <vt:lpstr>Söhne</vt:lpstr>
      <vt:lpstr>Arial</vt:lpstr>
      <vt:lpstr>Calibri</vt:lpstr>
      <vt:lpstr>Calibri Light</vt:lpstr>
      <vt:lpstr>Gill Sans MT</vt:lpstr>
      <vt:lpstr>Noto Sans</vt:lpstr>
      <vt:lpstr>Times</vt:lpstr>
      <vt:lpstr>Times New Roman</vt:lpstr>
      <vt:lpstr>Wingdings</vt:lpstr>
      <vt:lpstr>Office テーマ</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プレゼンテーション</dc:title>
  <dc:creator>Suzuki Tomoya</dc:creator>
  <cp:lastModifiedBy>Olufemi Abraham</cp:lastModifiedBy>
  <cp:revision>24</cp:revision>
  <cp:lastPrinted>2023-11-13T07:56:32Z</cp:lastPrinted>
  <dcterms:created xsi:type="dcterms:W3CDTF">2023-11-13T07:15:11Z</dcterms:created>
  <dcterms:modified xsi:type="dcterms:W3CDTF">2024-02-13T12:55:48Z</dcterms:modified>
</cp:coreProperties>
</file>